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
  </p:notesMasterIdLst>
  <p:sldIdLst>
    <p:sldId id="256" r:id="rId2"/>
  </p:sldIdLst>
  <p:sldSz cx="28800425" cy="43200638"/>
  <p:notesSz cx="6858000" cy="9144000"/>
  <p:embeddedFontLst>
    <p:embeddedFont>
      <p:font typeface="Inter" panose="02000503000000020004" pitchFamily="2" charset="0"/>
      <p:regular r:id="rId4"/>
      <p:bold r:id="rId5"/>
      <p:italic r:id="rId6"/>
      <p:boldItalic r:id="rId7"/>
    </p:embeddedFont>
    <p:embeddedFont>
      <p:font typeface="Open Sans" panose="020B0606030504020204" pitchFamily="34" charset="0"/>
      <p:regular r:id="rId8"/>
      <p:bold r:id="rId9"/>
      <p:boldItalic r:id="rId1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4366">
          <p15:clr>
            <a:srgbClr val="A4A3A4"/>
          </p15:clr>
        </p15:guide>
        <p15:guide id="2" pos="5488">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13" roundtripDataSignature="AMtx7mi+9yr4mDS8zg5+kfXTqvtBuST67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25" d="100"/>
          <a:sy n="25" d="100"/>
        </p:scale>
        <p:origin x="1344" y="-3444"/>
      </p:cViewPr>
      <p:guideLst>
        <p:guide orient="horz" pos="4366"/>
        <p:guide pos="5488"/>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font" Target="fonts/font5.fntdata"/><Relationship Id="rId13" Type="http://customschemas.google.com/relationships/presentationmetadata" Target="metadata"/><Relationship Id="rId3" Type="http://schemas.openxmlformats.org/officeDocument/2006/relationships/notesMaster" Target="notesMasters/notesMaster1.xml"/><Relationship Id="rId7" Type="http://schemas.openxmlformats.org/officeDocument/2006/relationships/font" Target="fonts/font4.fntdata"/><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font" Target="fonts/font3.fntdata"/><Relationship Id="rId5" Type="http://schemas.openxmlformats.org/officeDocument/2006/relationships/font" Target="fonts/font2.fntdata"/><Relationship Id="rId15" Type="http://schemas.openxmlformats.org/officeDocument/2006/relationships/viewProps" Target="viewProps.xml"/><Relationship Id="rId10" Type="http://schemas.openxmlformats.org/officeDocument/2006/relationships/font" Target="fonts/font7.fntdata"/><Relationship Id="rId4" Type="http://schemas.openxmlformats.org/officeDocument/2006/relationships/font" Target="fonts/font1.fntdata"/><Relationship Id="rId9" Type="http://schemas.openxmlformats.org/officeDocument/2006/relationships/font" Target="fonts/font6.fntdata"/><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2286000" y="685800"/>
            <a:ext cx="228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3"/>
          <p:cNvSpPr txBox="1">
            <a:spLocks noGrp="1"/>
          </p:cNvSpPr>
          <p:nvPr>
            <p:ph type="dt" idx="10"/>
          </p:nvPr>
        </p:nvSpPr>
        <p:spPr>
          <a:xfrm>
            <a:off x="871274" y="12847249"/>
            <a:ext cx="4065942" cy="737979"/>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3"/>
          <p:cNvSpPr txBox="1">
            <a:spLocks noGrp="1"/>
          </p:cNvSpPr>
          <p:nvPr>
            <p:ph type="ftr" idx="11"/>
          </p:nvPr>
        </p:nvSpPr>
        <p:spPr>
          <a:xfrm>
            <a:off x="5953701" y="12847249"/>
            <a:ext cx="5518065" cy="737979"/>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3"/>
          <p:cNvSpPr txBox="1">
            <a:spLocks noGrp="1"/>
          </p:cNvSpPr>
          <p:nvPr>
            <p:ph type="sldNum" idx="12"/>
          </p:nvPr>
        </p:nvSpPr>
        <p:spPr>
          <a:xfrm>
            <a:off x="12488252" y="12847249"/>
            <a:ext cx="4065942" cy="737979"/>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4"/>
          <p:cNvSpPr txBox="1">
            <a:spLocks noGrp="1"/>
          </p:cNvSpPr>
          <p:nvPr>
            <p:ph type="ctrTitle"/>
          </p:nvPr>
        </p:nvSpPr>
        <p:spPr>
          <a:xfrm>
            <a:off x="1306910" y="4305947"/>
            <a:ext cx="14811647" cy="2971167"/>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4"/>
          <p:cNvSpPr txBox="1">
            <a:spLocks noGrp="1"/>
          </p:cNvSpPr>
          <p:nvPr>
            <p:ph type="subTitle" idx="1"/>
          </p:nvPr>
        </p:nvSpPr>
        <p:spPr>
          <a:xfrm>
            <a:off x="2613820" y="7854662"/>
            <a:ext cx="12197827" cy="3542298"/>
          </a:xfrm>
          <a:prstGeom prst="rect">
            <a:avLst/>
          </a:prstGeom>
          <a:noFill/>
          <a:ln>
            <a:noFill/>
          </a:ln>
        </p:spPr>
        <p:txBody>
          <a:bodyPr spcFirstLastPara="1" wrap="square" lIns="91425" tIns="45700" rIns="91425" bIns="45700" anchor="t" anchorCtr="0">
            <a:normAutofit/>
          </a:bodyPr>
          <a:lstStyle>
            <a:lvl1pPr lvl="0" algn="ctr">
              <a:spcBef>
                <a:spcPts val="1220"/>
              </a:spcBef>
              <a:spcAft>
                <a:spcPts val="0"/>
              </a:spcAft>
              <a:buClr>
                <a:srgbClr val="888888"/>
              </a:buClr>
              <a:buSzPts val="6098"/>
              <a:buNone/>
              <a:defRPr>
                <a:solidFill>
                  <a:srgbClr val="888888"/>
                </a:solidFill>
              </a:defRPr>
            </a:lvl1pPr>
            <a:lvl2pPr lvl="1" algn="ctr">
              <a:spcBef>
                <a:spcPts val="1067"/>
              </a:spcBef>
              <a:spcAft>
                <a:spcPts val="0"/>
              </a:spcAft>
              <a:buClr>
                <a:srgbClr val="888888"/>
              </a:buClr>
              <a:buSzPts val="5336"/>
              <a:buNone/>
              <a:defRPr>
                <a:solidFill>
                  <a:srgbClr val="888888"/>
                </a:solidFill>
              </a:defRPr>
            </a:lvl2pPr>
            <a:lvl3pPr lvl="2" algn="ctr">
              <a:spcBef>
                <a:spcPts val="915"/>
              </a:spcBef>
              <a:spcAft>
                <a:spcPts val="0"/>
              </a:spcAft>
              <a:buClr>
                <a:srgbClr val="888888"/>
              </a:buClr>
              <a:buSzPts val="4574"/>
              <a:buNone/>
              <a:defRPr>
                <a:solidFill>
                  <a:srgbClr val="888888"/>
                </a:solidFill>
              </a:defRPr>
            </a:lvl3pPr>
            <a:lvl4pPr lvl="3" algn="ctr">
              <a:spcBef>
                <a:spcPts val="762"/>
              </a:spcBef>
              <a:spcAft>
                <a:spcPts val="0"/>
              </a:spcAft>
              <a:buClr>
                <a:srgbClr val="888888"/>
              </a:buClr>
              <a:buSzPts val="3811"/>
              <a:buNone/>
              <a:defRPr>
                <a:solidFill>
                  <a:srgbClr val="888888"/>
                </a:solidFill>
              </a:defRPr>
            </a:lvl4pPr>
            <a:lvl5pPr lvl="4" algn="ctr">
              <a:spcBef>
                <a:spcPts val="762"/>
              </a:spcBef>
              <a:spcAft>
                <a:spcPts val="0"/>
              </a:spcAft>
              <a:buClr>
                <a:srgbClr val="888888"/>
              </a:buClr>
              <a:buSzPts val="3811"/>
              <a:buNone/>
              <a:defRPr>
                <a:solidFill>
                  <a:srgbClr val="888888"/>
                </a:solidFill>
              </a:defRPr>
            </a:lvl5pPr>
            <a:lvl6pPr lvl="5" algn="ctr">
              <a:spcBef>
                <a:spcPts val="762"/>
              </a:spcBef>
              <a:spcAft>
                <a:spcPts val="0"/>
              </a:spcAft>
              <a:buClr>
                <a:srgbClr val="888888"/>
              </a:buClr>
              <a:buSzPts val="3811"/>
              <a:buNone/>
              <a:defRPr>
                <a:solidFill>
                  <a:srgbClr val="888888"/>
                </a:solidFill>
              </a:defRPr>
            </a:lvl6pPr>
            <a:lvl7pPr lvl="6" algn="ctr">
              <a:spcBef>
                <a:spcPts val="762"/>
              </a:spcBef>
              <a:spcAft>
                <a:spcPts val="0"/>
              </a:spcAft>
              <a:buClr>
                <a:srgbClr val="888888"/>
              </a:buClr>
              <a:buSzPts val="3811"/>
              <a:buNone/>
              <a:defRPr>
                <a:solidFill>
                  <a:srgbClr val="888888"/>
                </a:solidFill>
              </a:defRPr>
            </a:lvl7pPr>
            <a:lvl8pPr lvl="7" algn="ctr">
              <a:spcBef>
                <a:spcPts val="762"/>
              </a:spcBef>
              <a:spcAft>
                <a:spcPts val="0"/>
              </a:spcAft>
              <a:buClr>
                <a:srgbClr val="888888"/>
              </a:buClr>
              <a:buSzPts val="3811"/>
              <a:buNone/>
              <a:defRPr>
                <a:solidFill>
                  <a:srgbClr val="888888"/>
                </a:solidFill>
              </a:defRPr>
            </a:lvl8pPr>
            <a:lvl9pPr lvl="8" algn="ctr">
              <a:spcBef>
                <a:spcPts val="762"/>
              </a:spcBef>
              <a:spcAft>
                <a:spcPts val="0"/>
              </a:spcAft>
              <a:buClr>
                <a:srgbClr val="888888"/>
              </a:buClr>
              <a:buSzPts val="3811"/>
              <a:buNone/>
              <a:defRPr>
                <a:solidFill>
                  <a:srgbClr val="888888"/>
                </a:solidFill>
              </a:defRPr>
            </a:lvl9pPr>
          </a:lstStyle>
          <a:p>
            <a:endParaRPr/>
          </a:p>
        </p:txBody>
      </p:sp>
      <p:sp>
        <p:nvSpPr>
          <p:cNvPr id="18" name="Google Shape;18;p4"/>
          <p:cNvSpPr txBox="1">
            <a:spLocks noGrp="1"/>
          </p:cNvSpPr>
          <p:nvPr>
            <p:ph type="dt" idx="10"/>
          </p:nvPr>
        </p:nvSpPr>
        <p:spPr>
          <a:xfrm>
            <a:off x="871274" y="12847249"/>
            <a:ext cx="4065942" cy="737979"/>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4"/>
          <p:cNvSpPr txBox="1">
            <a:spLocks noGrp="1"/>
          </p:cNvSpPr>
          <p:nvPr>
            <p:ph type="ftr" idx="11"/>
          </p:nvPr>
        </p:nvSpPr>
        <p:spPr>
          <a:xfrm>
            <a:off x="5953701" y="12847249"/>
            <a:ext cx="5518065" cy="737979"/>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4"/>
          <p:cNvSpPr txBox="1">
            <a:spLocks noGrp="1"/>
          </p:cNvSpPr>
          <p:nvPr>
            <p:ph type="sldNum" idx="12"/>
          </p:nvPr>
        </p:nvSpPr>
        <p:spPr>
          <a:xfrm>
            <a:off x="12488252" y="12847249"/>
            <a:ext cx="4065942" cy="737979"/>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5"/>
          <p:cNvSpPr txBox="1">
            <a:spLocks noGrp="1"/>
          </p:cNvSpPr>
          <p:nvPr>
            <p:ph type="title"/>
          </p:nvPr>
        </p:nvSpPr>
        <p:spPr>
          <a:xfrm>
            <a:off x="871273" y="555089"/>
            <a:ext cx="15682921" cy="231019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5"/>
          <p:cNvSpPr txBox="1">
            <a:spLocks noGrp="1"/>
          </p:cNvSpPr>
          <p:nvPr>
            <p:ph type="body" idx="1"/>
          </p:nvPr>
        </p:nvSpPr>
        <p:spPr>
          <a:xfrm>
            <a:off x="871273" y="3234273"/>
            <a:ext cx="15682921" cy="914773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5"/>
          <p:cNvSpPr txBox="1">
            <a:spLocks noGrp="1"/>
          </p:cNvSpPr>
          <p:nvPr>
            <p:ph type="dt" idx="10"/>
          </p:nvPr>
        </p:nvSpPr>
        <p:spPr>
          <a:xfrm>
            <a:off x="871274" y="12847249"/>
            <a:ext cx="4065942" cy="737979"/>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5"/>
          <p:cNvSpPr txBox="1">
            <a:spLocks noGrp="1"/>
          </p:cNvSpPr>
          <p:nvPr>
            <p:ph type="ftr" idx="11"/>
          </p:nvPr>
        </p:nvSpPr>
        <p:spPr>
          <a:xfrm>
            <a:off x="5953701" y="12847249"/>
            <a:ext cx="5518065" cy="737979"/>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5"/>
          <p:cNvSpPr txBox="1">
            <a:spLocks noGrp="1"/>
          </p:cNvSpPr>
          <p:nvPr>
            <p:ph type="sldNum" idx="12"/>
          </p:nvPr>
        </p:nvSpPr>
        <p:spPr>
          <a:xfrm>
            <a:off x="12488252" y="12847249"/>
            <a:ext cx="4065942" cy="737979"/>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6"/>
          <p:cNvSpPr txBox="1">
            <a:spLocks noGrp="1"/>
          </p:cNvSpPr>
          <p:nvPr>
            <p:ph type="title"/>
          </p:nvPr>
        </p:nvSpPr>
        <p:spPr>
          <a:xfrm>
            <a:off x="1376492" y="8907084"/>
            <a:ext cx="14811647" cy="2752982"/>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7623"/>
              <a:buFont typeface="Calibri"/>
              <a:buNone/>
              <a:defRPr sz="7623"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6"/>
          <p:cNvSpPr txBox="1">
            <a:spLocks noGrp="1"/>
          </p:cNvSpPr>
          <p:nvPr>
            <p:ph type="body" idx="1"/>
          </p:nvPr>
        </p:nvSpPr>
        <p:spPr>
          <a:xfrm>
            <a:off x="1376492" y="5874955"/>
            <a:ext cx="14811647" cy="3032129"/>
          </a:xfrm>
          <a:prstGeom prst="rect">
            <a:avLst/>
          </a:prstGeom>
          <a:noFill/>
          <a:ln>
            <a:noFill/>
          </a:ln>
        </p:spPr>
        <p:txBody>
          <a:bodyPr spcFirstLastPara="1" wrap="square" lIns="91425" tIns="45700" rIns="91425" bIns="45700" anchor="b" anchorCtr="0">
            <a:normAutofit/>
          </a:bodyPr>
          <a:lstStyle>
            <a:lvl1pPr marL="457200" lvl="0" indent="-228600" algn="l">
              <a:spcBef>
                <a:spcPts val="762"/>
              </a:spcBef>
              <a:spcAft>
                <a:spcPts val="0"/>
              </a:spcAft>
              <a:buClr>
                <a:srgbClr val="888888"/>
              </a:buClr>
              <a:buSzPts val="3811"/>
              <a:buNone/>
              <a:defRPr sz="3811">
                <a:solidFill>
                  <a:srgbClr val="888888"/>
                </a:solidFill>
              </a:defRPr>
            </a:lvl1pPr>
            <a:lvl2pPr marL="914400" lvl="1" indent="-228600" algn="l">
              <a:spcBef>
                <a:spcPts val="686"/>
              </a:spcBef>
              <a:spcAft>
                <a:spcPts val="0"/>
              </a:spcAft>
              <a:buClr>
                <a:srgbClr val="888888"/>
              </a:buClr>
              <a:buSzPts val="3430"/>
              <a:buNone/>
              <a:defRPr sz="3430">
                <a:solidFill>
                  <a:srgbClr val="888888"/>
                </a:solidFill>
              </a:defRPr>
            </a:lvl2pPr>
            <a:lvl3pPr marL="1371600" lvl="2" indent="-228600" algn="l">
              <a:spcBef>
                <a:spcPts val="610"/>
              </a:spcBef>
              <a:spcAft>
                <a:spcPts val="0"/>
              </a:spcAft>
              <a:buClr>
                <a:srgbClr val="888888"/>
              </a:buClr>
              <a:buSzPts val="3049"/>
              <a:buNone/>
              <a:defRPr sz="3049">
                <a:solidFill>
                  <a:srgbClr val="888888"/>
                </a:solidFill>
              </a:defRPr>
            </a:lvl3pPr>
            <a:lvl4pPr marL="1828800" lvl="3" indent="-228600" algn="l">
              <a:spcBef>
                <a:spcPts val="534"/>
              </a:spcBef>
              <a:spcAft>
                <a:spcPts val="0"/>
              </a:spcAft>
              <a:buClr>
                <a:srgbClr val="888888"/>
              </a:buClr>
              <a:buSzPts val="2668"/>
              <a:buNone/>
              <a:defRPr sz="2668">
                <a:solidFill>
                  <a:srgbClr val="888888"/>
                </a:solidFill>
              </a:defRPr>
            </a:lvl4pPr>
            <a:lvl5pPr marL="2286000" lvl="4" indent="-228600" algn="l">
              <a:spcBef>
                <a:spcPts val="534"/>
              </a:spcBef>
              <a:spcAft>
                <a:spcPts val="0"/>
              </a:spcAft>
              <a:buClr>
                <a:srgbClr val="888888"/>
              </a:buClr>
              <a:buSzPts val="2668"/>
              <a:buNone/>
              <a:defRPr sz="2668">
                <a:solidFill>
                  <a:srgbClr val="888888"/>
                </a:solidFill>
              </a:defRPr>
            </a:lvl5pPr>
            <a:lvl6pPr marL="2743200" lvl="5" indent="-228600" algn="l">
              <a:spcBef>
                <a:spcPts val="534"/>
              </a:spcBef>
              <a:spcAft>
                <a:spcPts val="0"/>
              </a:spcAft>
              <a:buClr>
                <a:srgbClr val="888888"/>
              </a:buClr>
              <a:buSzPts val="2668"/>
              <a:buNone/>
              <a:defRPr sz="2668">
                <a:solidFill>
                  <a:srgbClr val="888888"/>
                </a:solidFill>
              </a:defRPr>
            </a:lvl6pPr>
            <a:lvl7pPr marL="3200400" lvl="6" indent="-228600" algn="l">
              <a:spcBef>
                <a:spcPts val="534"/>
              </a:spcBef>
              <a:spcAft>
                <a:spcPts val="0"/>
              </a:spcAft>
              <a:buClr>
                <a:srgbClr val="888888"/>
              </a:buClr>
              <a:buSzPts val="2668"/>
              <a:buNone/>
              <a:defRPr sz="2668">
                <a:solidFill>
                  <a:srgbClr val="888888"/>
                </a:solidFill>
              </a:defRPr>
            </a:lvl7pPr>
            <a:lvl8pPr marL="3657600" lvl="7" indent="-228600" algn="l">
              <a:spcBef>
                <a:spcPts val="534"/>
              </a:spcBef>
              <a:spcAft>
                <a:spcPts val="0"/>
              </a:spcAft>
              <a:buClr>
                <a:srgbClr val="888888"/>
              </a:buClr>
              <a:buSzPts val="2668"/>
              <a:buNone/>
              <a:defRPr sz="2668">
                <a:solidFill>
                  <a:srgbClr val="888888"/>
                </a:solidFill>
              </a:defRPr>
            </a:lvl8pPr>
            <a:lvl9pPr marL="4114800" lvl="8" indent="-228600" algn="l">
              <a:spcBef>
                <a:spcPts val="534"/>
              </a:spcBef>
              <a:spcAft>
                <a:spcPts val="0"/>
              </a:spcAft>
              <a:buClr>
                <a:srgbClr val="888888"/>
              </a:buClr>
              <a:buSzPts val="2668"/>
              <a:buNone/>
              <a:defRPr sz="2668">
                <a:solidFill>
                  <a:srgbClr val="888888"/>
                </a:solidFill>
              </a:defRPr>
            </a:lvl9pPr>
          </a:lstStyle>
          <a:p>
            <a:endParaRPr/>
          </a:p>
        </p:txBody>
      </p:sp>
      <p:sp>
        <p:nvSpPr>
          <p:cNvPr id="30" name="Google Shape;30;p6"/>
          <p:cNvSpPr txBox="1">
            <a:spLocks noGrp="1"/>
          </p:cNvSpPr>
          <p:nvPr>
            <p:ph type="dt" idx="10"/>
          </p:nvPr>
        </p:nvSpPr>
        <p:spPr>
          <a:xfrm>
            <a:off x="871274" y="12847249"/>
            <a:ext cx="4065942" cy="737979"/>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6"/>
          <p:cNvSpPr txBox="1">
            <a:spLocks noGrp="1"/>
          </p:cNvSpPr>
          <p:nvPr>
            <p:ph type="ftr" idx="11"/>
          </p:nvPr>
        </p:nvSpPr>
        <p:spPr>
          <a:xfrm>
            <a:off x="5953701" y="12847249"/>
            <a:ext cx="5518065" cy="737979"/>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6"/>
          <p:cNvSpPr txBox="1">
            <a:spLocks noGrp="1"/>
          </p:cNvSpPr>
          <p:nvPr>
            <p:ph type="sldNum" idx="12"/>
          </p:nvPr>
        </p:nvSpPr>
        <p:spPr>
          <a:xfrm>
            <a:off x="12488252" y="12847249"/>
            <a:ext cx="4065942" cy="737979"/>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7"/>
          <p:cNvSpPr txBox="1">
            <a:spLocks noGrp="1"/>
          </p:cNvSpPr>
          <p:nvPr>
            <p:ph type="title"/>
          </p:nvPr>
        </p:nvSpPr>
        <p:spPr>
          <a:xfrm>
            <a:off x="871273" y="555089"/>
            <a:ext cx="15682921" cy="231019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7"/>
          <p:cNvSpPr txBox="1">
            <a:spLocks noGrp="1"/>
          </p:cNvSpPr>
          <p:nvPr>
            <p:ph type="body" idx="1"/>
          </p:nvPr>
        </p:nvSpPr>
        <p:spPr>
          <a:xfrm>
            <a:off x="871273" y="3234273"/>
            <a:ext cx="7696248" cy="9147730"/>
          </a:xfrm>
          <a:prstGeom prst="rect">
            <a:avLst/>
          </a:prstGeom>
          <a:noFill/>
          <a:ln>
            <a:noFill/>
          </a:ln>
        </p:spPr>
        <p:txBody>
          <a:bodyPr spcFirstLastPara="1" wrap="square" lIns="91425" tIns="45700" rIns="91425" bIns="45700" anchor="t" anchorCtr="0">
            <a:normAutofit/>
          </a:bodyPr>
          <a:lstStyle>
            <a:lvl1pPr marL="457200" lvl="0" indent="-567436" algn="l">
              <a:spcBef>
                <a:spcPts val="1067"/>
              </a:spcBef>
              <a:spcAft>
                <a:spcPts val="0"/>
              </a:spcAft>
              <a:buClr>
                <a:schemeClr val="dk1"/>
              </a:buClr>
              <a:buSzPts val="5336"/>
              <a:buChar char="•"/>
              <a:defRPr sz="5336"/>
            </a:lvl1pPr>
            <a:lvl2pPr marL="914400" lvl="1" indent="-519049" algn="l">
              <a:spcBef>
                <a:spcPts val="915"/>
              </a:spcBef>
              <a:spcAft>
                <a:spcPts val="0"/>
              </a:spcAft>
              <a:buClr>
                <a:schemeClr val="dk1"/>
              </a:buClr>
              <a:buSzPts val="4574"/>
              <a:buChar char="–"/>
              <a:defRPr sz="4574"/>
            </a:lvl2pPr>
            <a:lvl3pPr marL="1371600" lvl="2" indent="-470599" algn="l">
              <a:spcBef>
                <a:spcPts val="762"/>
              </a:spcBef>
              <a:spcAft>
                <a:spcPts val="0"/>
              </a:spcAft>
              <a:buClr>
                <a:schemeClr val="dk1"/>
              </a:buClr>
              <a:buSzPts val="3811"/>
              <a:buChar char="•"/>
              <a:defRPr sz="3811"/>
            </a:lvl3pPr>
            <a:lvl4pPr marL="1828800" lvl="3" indent="-446405" algn="l">
              <a:spcBef>
                <a:spcPts val="686"/>
              </a:spcBef>
              <a:spcAft>
                <a:spcPts val="0"/>
              </a:spcAft>
              <a:buClr>
                <a:schemeClr val="dk1"/>
              </a:buClr>
              <a:buSzPts val="3430"/>
              <a:buChar char="–"/>
              <a:defRPr sz="3430"/>
            </a:lvl4pPr>
            <a:lvl5pPr marL="2286000" lvl="4" indent="-446405" algn="l">
              <a:spcBef>
                <a:spcPts val="686"/>
              </a:spcBef>
              <a:spcAft>
                <a:spcPts val="0"/>
              </a:spcAft>
              <a:buClr>
                <a:schemeClr val="dk1"/>
              </a:buClr>
              <a:buSzPts val="3430"/>
              <a:buChar char="»"/>
              <a:defRPr sz="3430"/>
            </a:lvl5pPr>
            <a:lvl6pPr marL="2743200" lvl="5" indent="-446405" algn="l">
              <a:spcBef>
                <a:spcPts val="686"/>
              </a:spcBef>
              <a:spcAft>
                <a:spcPts val="0"/>
              </a:spcAft>
              <a:buClr>
                <a:schemeClr val="dk1"/>
              </a:buClr>
              <a:buSzPts val="3430"/>
              <a:buChar char="•"/>
              <a:defRPr sz="3430"/>
            </a:lvl6pPr>
            <a:lvl7pPr marL="3200400" lvl="6" indent="-446405" algn="l">
              <a:spcBef>
                <a:spcPts val="686"/>
              </a:spcBef>
              <a:spcAft>
                <a:spcPts val="0"/>
              </a:spcAft>
              <a:buClr>
                <a:schemeClr val="dk1"/>
              </a:buClr>
              <a:buSzPts val="3430"/>
              <a:buChar char="•"/>
              <a:defRPr sz="3430"/>
            </a:lvl7pPr>
            <a:lvl8pPr marL="3657600" lvl="7" indent="-446405" algn="l">
              <a:spcBef>
                <a:spcPts val="686"/>
              </a:spcBef>
              <a:spcAft>
                <a:spcPts val="0"/>
              </a:spcAft>
              <a:buClr>
                <a:schemeClr val="dk1"/>
              </a:buClr>
              <a:buSzPts val="3430"/>
              <a:buChar char="•"/>
              <a:defRPr sz="3430"/>
            </a:lvl8pPr>
            <a:lvl9pPr marL="4114800" lvl="8" indent="-446405" algn="l">
              <a:spcBef>
                <a:spcPts val="686"/>
              </a:spcBef>
              <a:spcAft>
                <a:spcPts val="0"/>
              </a:spcAft>
              <a:buClr>
                <a:schemeClr val="dk1"/>
              </a:buClr>
              <a:buSzPts val="3430"/>
              <a:buChar char="•"/>
              <a:defRPr sz="3430"/>
            </a:lvl9pPr>
          </a:lstStyle>
          <a:p>
            <a:endParaRPr/>
          </a:p>
        </p:txBody>
      </p:sp>
      <p:sp>
        <p:nvSpPr>
          <p:cNvPr id="36" name="Google Shape;36;p7"/>
          <p:cNvSpPr txBox="1">
            <a:spLocks noGrp="1"/>
          </p:cNvSpPr>
          <p:nvPr>
            <p:ph type="body" idx="2"/>
          </p:nvPr>
        </p:nvSpPr>
        <p:spPr>
          <a:xfrm>
            <a:off x="8857946" y="3234273"/>
            <a:ext cx="7696248" cy="9147730"/>
          </a:xfrm>
          <a:prstGeom prst="rect">
            <a:avLst/>
          </a:prstGeom>
          <a:noFill/>
          <a:ln>
            <a:noFill/>
          </a:ln>
        </p:spPr>
        <p:txBody>
          <a:bodyPr spcFirstLastPara="1" wrap="square" lIns="91425" tIns="45700" rIns="91425" bIns="45700" anchor="t" anchorCtr="0">
            <a:normAutofit/>
          </a:bodyPr>
          <a:lstStyle>
            <a:lvl1pPr marL="457200" lvl="0" indent="-567436" algn="l">
              <a:spcBef>
                <a:spcPts val="1067"/>
              </a:spcBef>
              <a:spcAft>
                <a:spcPts val="0"/>
              </a:spcAft>
              <a:buClr>
                <a:schemeClr val="dk1"/>
              </a:buClr>
              <a:buSzPts val="5336"/>
              <a:buChar char="•"/>
              <a:defRPr sz="5336"/>
            </a:lvl1pPr>
            <a:lvl2pPr marL="914400" lvl="1" indent="-519049" algn="l">
              <a:spcBef>
                <a:spcPts val="915"/>
              </a:spcBef>
              <a:spcAft>
                <a:spcPts val="0"/>
              </a:spcAft>
              <a:buClr>
                <a:schemeClr val="dk1"/>
              </a:buClr>
              <a:buSzPts val="4574"/>
              <a:buChar char="–"/>
              <a:defRPr sz="4574"/>
            </a:lvl2pPr>
            <a:lvl3pPr marL="1371600" lvl="2" indent="-470599" algn="l">
              <a:spcBef>
                <a:spcPts val="762"/>
              </a:spcBef>
              <a:spcAft>
                <a:spcPts val="0"/>
              </a:spcAft>
              <a:buClr>
                <a:schemeClr val="dk1"/>
              </a:buClr>
              <a:buSzPts val="3811"/>
              <a:buChar char="•"/>
              <a:defRPr sz="3811"/>
            </a:lvl3pPr>
            <a:lvl4pPr marL="1828800" lvl="3" indent="-446405" algn="l">
              <a:spcBef>
                <a:spcPts val="686"/>
              </a:spcBef>
              <a:spcAft>
                <a:spcPts val="0"/>
              </a:spcAft>
              <a:buClr>
                <a:schemeClr val="dk1"/>
              </a:buClr>
              <a:buSzPts val="3430"/>
              <a:buChar char="–"/>
              <a:defRPr sz="3430"/>
            </a:lvl4pPr>
            <a:lvl5pPr marL="2286000" lvl="4" indent="-446405" algn="l">
              <a:spcBef>
                <a:spcPts val="686"/>
              </a:spcBef>
              <a:spcAft>
                <a:spcPts val="0"/>
              </a:spcAft>
              <a:buClr>
                <a:schemeClr val="dk1"/>
              </a:buClr>
              <a:buSzPts val="3430"/>
              <a:buChar char="»"/>
              <a:defRPr sz="3430"/>
            </a:lvl5pPr>
            <a:lvl6pPr marL="2743200" lvl="5" indent="-446405" algn="l">
              <a:spcBef>
                <a:spcPts val="686"/>
              </a:spcBef>
              <a:spcAft>
                <a:spcPts val="0"/>
              </a:spcAft>
              <a:buClr>
                <a:schemeClr val="dk1"/>
              </a:buClr>
              <a:buSzPts val="3430"/>
              <a:buChar char="•"/>
              <a:defRPr sz="3430"/>
            </a:lvl6pPr>
            <a:lvl7pPr marL="3200400" lvl="6" indent="-446405" algn="l">
              <a:spcBef>
                <a:spcPts val="686"/>
              </a:spcBef>
              <a:spcAft>
                <a:spcPts val="0"/>
              </a:spcAft>
              <a:buClr>
                <a:schemeClr val="dk1"/>
              </a:buClr>
              <a:buSzPts val="3430"/>
              <a:buChar char="•"/>
              <a:defRPr sz="3430"/>
            </a:lvl7pPr>
            <a:lvl8pPr marL="3657600" lvl="7" indent="-446405" algn="l">
              <a:spcBef>
                <a:spcPts val="686"/>
              </a:spcBef>
              <a:spcAft>
                <a:spcPts val="0"/>
              </a:spcAft>
              <a:buClr>
                <a:schemeClr val="dk1"/>
              </a:buClr>
              <a:buSzPts val="3430"/>
              <a:buChar char="•"/>
              <a:defRPr sz="3430"/>
            </a:lvl8pPr>
            <a:lvl9pPr marL="4114800" lvl="8" indent="-446405" algn="l">
              <a:spcBef>
                <a:spcPts val="686"/>
              </a:spcBef>
              <a:spcAft>
                <a:spcPts val="0"/>
              </a:spcAft>
              <a:buClr>
                <a:schemeClr val="dk1"/>
              </a:buClr>
              <a:buSzPts val="3430"/>
              <a:buChar char="•"/>
              <a:defRPr sz="3430"/>
            </a:lvl9pPr>
          </a:lstStyle>
          <a:p>
            <a:endParaRPr/>
          </a:p>
        </p:txBody>
      </p:sp>
      <p:sp>
        <p:nvSpPr>
          <p:cNvPr id="37" name="Google Shape;37;p7"/>
          <p:cNvSpPr txBox="1">
            <a:spLocks noGrp="1"/>
          </p:cNvSpPr>
          <p:nvPr>
            <p:ph type="dt" idx="10"/>
          </p:nvPr>
        </p:nvSpPr>
        <p:spPr>
          <a:xfrm>
            <a:off x="871274" y="12847249"/>
            <a:ext cx="4065942" cy="737979"/>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7"/>
          <p:cNvSpPr txBox="1">
            <a:spLocks noGrp="1"/>
          </p:cNvSpPr>
          <p:nvPr>
            <p:ph type="ftr" idx="11"/>
          </p:nvPr>
        </p:nvSpPr>
        <p:spPr>
          <a:xfrm>
            <a:off x="5953701" y="12847249"/>
            <a:ext cx="5518065" cy="737979"/>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7"/>
          <p:cNvSpPr txBox="1">
            <a:spLocks noGrp="1"/>
          </p:cNvSpPr>
          <p:nvPr>
            <p:ph type="sldNum" idx="12"/>
          </p:nvPr>
        </p:nvSpPr>
        <p:spPr>
          <a:xfrm>
            <a:off x="12488252" y="12847249"/>
            <a:ext cx="4065942" cy="737979"/>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8"/>
          <p:cNvSpPr txBox="1">
            <a:spLocks noGrp="1"/>
          </p:cNvSpPr>
          <p:nvPr>
            <p:ph type="title"/>
          </p:nvPr>
        </p:nvSpPr>
        <p:spPr>
          <a:xfrm>
            <a:off x="871273" y="555089"/>
            <a:ext cx="15682921" cy="231019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8385"/>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8"/>
          <p:cNvSpPr txBox="1">
            <a:spLocks noGrp="1"/>
          </p:cNvSpPr>
          <p:nvPr>
            <p:ph type="body" idx="1"/>
          </p:nvPr>
        </p:nvSpPr>
        <p:spPr>
          <a:xfrm>
            <a:off x="871273" y="3102721"/>
            <a:ext cx="7699274" cy="1293066"/>
          </a:xfrm>
          <a:prstGeom prst="rect">
            <a:avLst/>
          </a:prstGeom>
          <a:noFill/>
          <a:ln>
            <a:noFill/>
          </a:ln>
        </p:spPr>
        <p:txBody>
          <a:bodyPr spcFirstLastPara="1" wrap="square" lIns="91425" tIns="45700" rIns="91425" bIns="45700" anchor="b" anchorCtr="0">
            <a:normAutofit/>
          </a:bodyPr>
          <a:lstStyle>
            <a:lvl1pPr marL="457200" lvl="0" indent="-228600" algn="l">
              <a:spcBef>
                <a:spcPts val="915"/>
              </a:spcBef>
              <a:spcAft>
                <a:spcPts val="0"/>
              </a:spcAft>
              <a:buClr>
                <a:schemeClr val="dk1"/>
              </a:buClr>
              <a:buSzPts val="4574"/>
              <a:buNone/>
              <a:defRPr sz="4574" b="1"/>
            </a:lvl1pPr>
            <a:lvl2pPr marL="914400" lvl="1" indent="-228600" algn="l">
              <a:spcBef>
                <a:spcPts val="762"/>
              </a:spcBef>
              <a:spcAft>
                <a:spcPts val="0"/>
              </a:spcAft>
              <a:buClr>
                <a:schemeClr val="dk1"/>
              </a:buClr>
              <a:buSzPts val="3811"/>
              <a:buNone/>
              <a:defRPr sz="3811" b="1"/>
            </a:lvl2pPr>
            <a:lvl3pPr marL="1371600" lvl="2" indent="-228600" algn="l">
              <a:spcBef>
                <a:spcPts val="686"/>
              </a:spcBef>
              <a:spcAft>
                <a:spcPts val="0"/>
              </a:spcAft>
              <a:buClr>
                <a:schemeClr val="dk1"/>
              </a:buClr>
              <a:buSzPts val="3430"/>
              <a:buNone/>
              <a:defRPr sz="3430" b="1"/>
            </a:lvl3pPr>
            <a:lvl4pPr marL="1828800" lvl="3" indent="-228600" algn="l">
              <a:spcBef>
                <a:spcPts val="610"/>
              </a:spcBef>
              <a:spcAft>
                <a:spcPts val="0"/>
              </a:spcAft>
              <a:buClr>
                <a:schemeClr val="dk1"/>
              </a:buClr>
              <a:buSzPts val="3049"/>
              <a:buNone/>
              <a:defRPr sz="3049" b="1"/>
            </a:lvl4pPr>
            <a:lvl5pPr marL="2286000" lvl="4" indent="-228600" algn="l">
              <a:spcBef>
                <a:spcPts val="610"/>
              </a:spcBef>
              <a:spcAft>
                <a:spcPts val="0"/>
              </a:spcAft>
              <a:buClr>
                <a:schemeClr val="dk1"/>
              </a:buClr>
              <a:buSzPts val="3049"/>
              <a:buNone/>
              <a:defRPr sz="3049" b="1"/>
            </a:lvl5pPr>
            <a:lvl6pPr marL="2743200" lvl="5" indent="-228600" algn="l">
              <a:spcBef>
                <a:spcPts val="610"/>
              </a:spcBef>
              <a:spcAft>
                <a:spcPts val="0"/>
              </a:spcAft>
              <a:buClr>
                <a:schemeClr val="dk1"/>
              </a:buClr>
              <a:buSzPts val="3049"/>
              <a:buNone/>
              <a:defRPr sz="3049" b="1"/>
            </a:lvl6pPr>
            <a:lvl7pPr marL="3200400" lvl="6" indent="-228600" algn="l">
              <a:spcBef>
                <a:spcPts val="610"/>
              </a:spcBef>
              <a:spcAft>
                <a:spcPts val="0"/>
              </a:spcAft>
              <a:buClr>
                <a:schemeClr val="dk1"/>
              </a:buClr>
              <a:buSzPts val="3049"/>
              <a:buNone/>
              <a:defRPr sz="3049" b="1"/>
            </a:lvl7pPr>
            <a:lvl8pPr marL="3657600" lvl="7" indent="-228600" algn="l">
              <a:spcBef>
                <a:spcPts val="610"/>
              </a:spcBef>
              <a:spcAft>
                <a:spcPts val="0"/>
              </a:spcAft>
              <a:buClr>
                <a:schemeClr val="dk1"/>
              </a:buClr>
              <a:buSzPts val="3049"/>
              <a:buNone/>
              <a:defRPr sz="3049" b="1"/>
            </a:lvl8pPr>
            <a:lvl9pPr marL="4114800" lvl="8" indent="-228600" algn="l">
              <a:spcBef>
                <a:spcPts val="610"/>
              </a:spcBef>
              <a:spcAft>
                <a:spcPts val="0"/>
              </a:spcAft>
              <a:buClr>
                <a:schemeClr val="dk1"/>
              </a:buClr>
              <a:buSzPts val="3049"/>
              <a:buNone/>
              <a:defRPr sz="3049" b="1"/>
            </a:lvl9pPr>
          </a:lstStyle>
          <a:p>
            <a:endParaRPr/>
          </a:p>
        </p:txBody>
      </p:sp>
      <p:sp>
        <p:nvSpPr>
          <p:cNvPr id="43" name="Google Shape;43;p8"/>
          <p:cNvSpPr txBox="1">
            <a:spLocks noGrp="1"/>
          </p:cNvSpPr>
          <p:nvPr>
            <p:ph type="body" idx="2"/>
          </p:nvPr>
        </p:nvSpPr>
        <p:spPr>
          <a:xfrm>
            <a:off x="871273" y="4395787"/>
            <a:ext cx="7699274" cy="7986215"/>
          </a:xfrm>
          <a:prstGeom prst="rect">
            <a:avLst/>
          </a:prstGeom>
          <a:noFill/>
          <a:ln>
            <a:noFill/>
          </a:ln>
        </p:spPr>
        <p:txBody>
          <a:bodyPr spcFirstLastPara="1" wrap="square" lIns="91425" tIns="45700" rIns="91425" bIns="45700" anchor="t" anchorCtr="0">
            <a:normAutofit/>
          </a:bodyPr>
          <a:lstStyle>
            <a:lvl1pPr marL="457200" lvl="0" indent="-519049" algn="l">
              <a:spcBef>
                <a:spcPts val="915"/>
              </a:spcBef>
              <a:spcAft>
                <a:spcPts val="0"/>
              </a:spcAft>
              <a:buClr>
                <a:schemeClr val="dk1"/>
              </a:buClr>
              <a:buSzPts val="4574"/>
              <a:buChar char="•"/>
              <a:defRPr sz="4574"/>
            </a:lvl1pPr>
            <a:lvl2pPr marL="914400" lvl="1" indent="-470599" algn="l">
              <a:spcBef>
                <a:spcPts val="762"/>
              </a:spcBef>
              <a:spcAft>
                <a:spcPts val="0"/>
              </a:spcAft>
              <a:buClr>
                <a:schemeClr val="dk1"/>
              </a:buClr>
              <a:buSzPts val="3811"/>
              <a:buChar char="–"/>
              <a:defRPr sz="3811"/>
            </a:lvl2pPr>
            <a:lvl3pPr marL="1371600" lvl="2" indent="-446405" algn="l">
              <a:spcBef>
                <a:spcPts val="686"/>
              </a:spcBef>
              <a:spcAft>
                <a:spcPts val="0"/>
              </a:spcAft>
              <a:buClr>
                <a:schemeClr val="dk1"/>
              </a:buClr>
              <a:buSzPts val="3430"/>
              <a:buChar char="•"/>
              <a:defRPr sz="3430"/>
            </a:lvl3pPr>
            <a:lvl4pPr marL="1828800" lvl="3" indent="-422212" algn="l">
              <a:spcBef>
                <a:spcPts val="610"/>
              </a:spcBef>
              <a:spcAft>
                <a:spcPts val="0"/>
              </a:spcAft>
              <a:buClr>
                <a:schemeClr val="dk1"/>
              </a:buClr>
              <a:buSzPts val="3049"/>
              <a:buChar char="–"/>
              <a:defRPr sz="3049"/>
            </a:lvl4pPr>
            <a:lvl5pPr marL="2286000" lvl="4" indent="-422211" algn="l">
              <a:spcBef>
                <a:spcPts val="610"/>
              </a:spcBef>
              <a:spcAft>
                <a:spcPts val="0"/>
              </a:spcAft>
              <a:buClr>
                <a:schemeClr val="dk1"/>
              </a:buClr>
              <a:buSzPts val="3049"/>
              <a:buChar char="»"/>
              <a:defRPr sz="3049"/>
            </a:lvl5pPr>
            <a:lvl6pPr marL="2743200" lvl="5" indent="-422211" algn="l">
              <a:spcBef>
                <a:spcPts val="610"/>
              </a:spcBef>
              <a:spcAft>
                <a:spcPts val="0"/>
              </a:spcAft>
              <a:buClr>
                <a:schemeClr val="dk1"/>
              </a:buClr>
              <a:buSzPts val="3049"/>
              <a:buChar char="•"/>
              <a:defRPr sz="3049"/>
            </a:lvl6pPr>
            <a:lvl7pPr marL="3200400" lvl="6" indent="-422211" algn="l">
              <a:spcBef>
                <a:spcPts val="610"/>
              </a:spcBef>
              <a:spcAft>
                <a:spcPts val="0"/>
              </a:spcAft>
              <a:buClr>
                <a:schemeClr val="dk1"/>
              </a:buClr>
              <a:buSzPts val="3049"/>
              <a:buChar char="•"/>
              <a:defRPr sz="3049"/>
            </a:lvl7pPr>
            <a:lvl8pPr marL="3657600" lvl="7" indent="-422211" algn="l">
              <a:spcBef>
                <a:spcPts val="610"/>
              </a:spcBef>
              <a:spcAft>
                <a:spcPts val="0"/>
              </a:spcAft>
              <a:buClr>
                <a:schemeClr val="dk1"/>
              </a:buClr>
              <a:buSzPts val="3049"/>
              <a:buChar char="•"/>
              <a:defRPr sz="3049"/>
            </a:lvl8pPr>
            <a:lvl9pPr marL="4114800" lvl="8" indent="-422211" algn="l">
              <a:spcBef>
                <a:spcPts val="610"/>
              </a:spcBef>
              <a:spcAft>
                <a:spcPts val="0"/>
              </a:spcAft>
              <a:buClr>
                <a:schemeClr val="dk1"/>
              </a:buClr>
              <a:buSzPts val="3049"/>
              <a:buChar char="•"/>
              <a:defRPr sz="3049"/>
            </a:lvl9pPr>
          </a:lstStyle>
          <a:p>
            <a:endParaRPr/>
          </a:p>
        </p:txBody>
      </p:sp>
      <p:sp>
        <p:nvSpPr>
          <p:cNvPr id="44" name="Google Shape;44;p8"/>
          <p:cNvSpPr txBox="1">
            <a:spLocks noGrp="1"/>
          </p:cNvSpPr>
          <p:nvPr>
            <p:ph type="body" idx="3"/>
          </p:nvPr>
        </p:nvSpPr>
        <p:spPr>
          <a:xfrm>
            <a:off x="8851896" y="3102721"/>
            <a:ext cx="7702299" cy="1293066"/>
          </a:xfrm>
          <a:prstGeom prst="rect">
            <a:avLst/>
          </a:prstGeom>
          <a:noFill/>
          <a:ln>
            <a:noFill/>
          </a:ln>
        </p:spPr>
        <p:txBody>
          <a:bodyPr spcFirstLastPara="1" wrap="square" lIns="91425" tIns="45700" rIns="91425" bIns="45700" anchor="b" anchorCtr="0">
            <a:normAutofit/>
          </a:bodyPr>
          <a:lstStyle>
            <a:lvl1pPr marL="457200" lvl="0" indent="-228600" algn="l">
              <a:spcBef>
                <a:spcPts val="915"/>
              </a:spcBef>
              <a:spcAft>
                <a:spcPts val="0"/>
              </a:spcAft>
              <a:buClr>
                <a:schemeClr val="dk1"/>
              </a:buClr>
              <a:buSzPts val="4574"/>
              <a:buNone/>
              <a:defRPr sz="4574" b="1"/>
            </a:lvl1pPr>
            <a:lvl2pPr marL="914400" lvl="1" indent="-228600" algn="l">
              <a:spcBef>
                <a:spcPts val="762"/>
              </a:spcBef>
              <a:spcAft>
                <a:spcPts val="0"/>
              </a:spcAft>
              <a:buClr>
                <a:schemeClr val="dk1"/>
              </a:buClr>
              <a:buSzPts val="3811"/>
              <a:buNone/>
              <a:defRPr sz="3811" b="1"/>
            </a:lvl2pPr>
            <a:lvl3pPr marL="1371600" lvl="2" indent="-228600" algn="l">
              <a:spcBef>
                <a:spcPts val="686"/>
              </a:spcBef>
              <a:spcAft>
                <a:spcPts val="0"/>
              </a:spcAft>
              <a:buClr>
                <a:schemeClr val="dk1"/>
              </a:buClr>
              <a:buSzPts val="3430"/>
              <a:buNone/>
              <a:defRPr sz="3430" b="1"/>
            </a:lvl3pPr>
            <a:lvl4pPr marL="1828800" lvl="3" indent="-228600" algn="l">
              <a:spcBef>
                <a:spcPts val="610"/>
              </a:spcBef>
              <a:spcAft>
                <a:spcPts val="0"/>
              </a:spcAft>
              <a:buClr>
                <a:schemeClr val="dk1"/>
              </a:buClr>
              <a:buSzPts val="3049"/>
              <a:buNone/>
              <a:defRPr sz="3049" b="1"/>
            </a:lvl4pPr>
            <a:lvl5pPr marL="2286000" lvl="4" indent="-228600" algn="l">
              <a:spcBef>
                <a:spcPts val="610"/>
              </a:spcBef>
              <a:spcAft>
                <a:spcPts val="0"/>
              </a:spcAft>
              <a:buClr>
                <a:schemeClr val="dk1"/>
              </a:buClr>
              <a:buSzPts val="3049"/>
              <a:buNone/>
              <a:defRPr sz="3049" b="1"/>
            </a:lvl5pPr>
            <a:lvl6pPr marL="2743200" lvl="5" indent="-228600" algn="l">
              <a:spcBef>
                <a:spcPts val="610"/>
              </a:spcBef>
              <a:spcAft>
                <a:spcPts val="0"/>
              </a:spcAft>
              <a:buClr>
                <a:schemeClr val="dk1"/>
              </a:buClr>
              <a:buSzPts val="3049"/>
              <a:buNone/>
              <a:defRPr sz="3049" b="1"/>
            </a:lvl6pPr>
            <a:lvl7pPr marL="3200400" lvl="6" indent="-228600" algn="l">
              <a:spcBef>
                <a:spcPts val="610"/>
              </a:spcBef>
              <a:spcAft>
                <a:spcPts val="0"/>
              </a:spcAft>
              <a:buClr>
                <a:schemeClr val="dk1"/>
              </a:buClr>
              <a:buSzPts val="3049"/>
              <a:buNone/>
              <a:defRPr sz="3049" b="1"/>
            </a:lvl7pPr>
            <a:lvl8pPr marL="3657600" lvl="7" indent="-228600" algn="l">
              <a:spcBef>
                <a:spcPts val="610"/>
              </a:spcBef>
              <a:spcAft>
                <a:spcPts val="0"/>
              </a:spcAft>
              <a:buClr>
                <a:schemeClr val="dk1"/>
              </a:buClr>
              <a:buSzPts val="3049"/>
              <a:buNone/>
              <a:defRPr sz="3049" b="1"/>
            </a:lvl8pPr>
            <a:lvl9pPr marL="4114800" lvl="8" indent="-228600" algn="l">
              <a:spcBef>
                <a:spcPts val="610"/>
              </a:spcBef>
              <a:spcAft>
                <a:spcPts val="0"/>
              </a:spcAft>
              <a:buClr>
                <a:schemeClr val="dk1"/>
              </a:buClr>
              <a:buSzPts val="3049"/>
              <a:buNone/>
              <a:defRPr sz="3049" b="1"/>
            </a:lvl9pPr>
          </a:lstStyle>
          <a:p>
            <a:endParaRPr/>
          </a:p>
        </p:txBody>
      </p:sp>
      <p:sp>
        <p:nvSpPr>
          <p:cNvPr id="45" name="Google Shape;45;p8"/>
          <p:cNvSpPr txBox="1">
            <a:spLocks noGrp="1"/>
          </p:cNvSpPr>
          <p:nvPr>
            <p:ph type="body" idx="4"/>
          </p:nvPr>
        </p:nvSpPr>
        <p:spPr>
          <a:xfrm>
            <a:off x="8851896" y="4395787"/>
            <a:ext cx="7702299" cy="7986215"/>
          </a:xfrm>
          <a:prstGeom prst="rect">
            <a:avLst/>
          </a:prstGeom>
          <a:noFill/>
          <a:ln>
            <a:noFill/>
          </a:ln>
        </p:spPr>
        <p:txBody>
          <a:bodyPr spcFirstLastPara="1" wrap="square" lIns="91425" tIns="45700" rIns="91425" bIns="45700" anchor="t" anchorCtr="0">
            <a:normAutofit/>
          </a:bodyPr>
          <a:lstStyle>
            <a:lvl1pPr marL="457200" lvl="0" indent="-519049" algn="l">
              <a:spcBef>
                <a:spcPts val="915"/>
              </a:spcBef>
              <a:spcAft>
                <a:spcPts val="0"/>
              </a:spcAft>
              <a:buClr>
                <a:schemeClr val="dk1"/>
              </a:buClr>
              <a:buSzPts val="4574"/>
              <a:buChar char="•"/>
              <a:defRPr sz="4574"/>
            </a:lvl1pPr>
            <a:lvl2pPr marL="914400" lvl="1" indent="-470599" algn="l">
              <a:spcBef>
                <a:spcPts val="762"/>
              </a:spcBef>
              <a:spcAft>
                <a:spcPts val="0"/>
              </a:spcAft>
              <a:buClr>
                <a:schemeClr val="dk1"/>
              </a:buClr>
              <a:buSzPts val="3811"/>
              <a:buChar char="–"/>
              <a:defRPr sz="3811"/>
            </a:lvl2pPr>
            <a:lvl3pPr marL="1371600" lvl="2" indent="-446405" algn="l">
              <a:spcBef>
                <a:spcPts val="686"/>
              </a:spcBef>
              <a:spcAft>
                <a:spcPts val="0"/>
              </a:spcAft>
              <a:buClr>
                <a:schemeClr val="dk1"/>
              </a:buClr>
              <a:buSzPts val="3430"/>
              <a:buChar char="•"/>
              <a:defRPr sz="3430"/>
            </a:lvl3pPr>
            <a:lvl4pPr marL="1828800" lvl="3" indent="-422212" algn="l">
              <a:spcBef>
                <a:spcPts val="610"/>
              </a:spcBef>
              <a:spcAft>
                <a:spcPts val="0"/>
              </a:spcAft>
              <a:buClr>
                <a:schemeClr val="dk1"/>
              </a:buClr>
              <a:buSzPts val="3049"/>
              <a:buChar char="–"/>
              <a:defRPr sz="3049"/>
            </a:lvl4pPr>
            <a:lvl5pPr marL="2286000" lvl="4" indent="-422211" algn="l">
              <a:spcBef>
                <a:spcPts val="610"/>
              </a:spcBef>
              <a:spcAft>
                <a:spcPts val="0"/>
              </a:spcAft>
              <a:buClr>
                <a:schemeClr val="dk1"/>
              </a:buClr>
              <a:buSzPts val="3049"/>
              <a:buChar char="»"/>
              <a:defRPr sz="3049"/>
            </a:lvl5pPr>
            <a:lvl6pPr marL="2743200" lvl="5" indent="-422211" algn="l">
              <a:spcBef>
                <a:spcPts val="610"/>
              </a:spcBef>
              <a:spcAft>
                <a:spcPts val="0"/>
              </a:spcAft>
              <a:buClr>
                <a:schemeClr val="dk1"/>
              </a:buClr>
              <a:buSzPts val="3049"/>
              <a:buChar char="•"/>
              <a:defRPr sz="3049"/>
            </a:lvl6pPr>
            <a:lvl7pPr marL="3200400" lvl="6" indent="-422211" algn="l">
              <a:spcBef>
                <a:spcPts val="610"/>
              </a:spcBef>
              <a:spcAft>
                <a:spcPts val="0"/>
              </a:spcAft>
              <a:buClr>
                <a:schemeClr val="dk1"/>
              </a:buClr>
              <a:buSzPts val="3049"/>
              <a:buChar char="•"/>
              <a:defRPr sz="3049"/>
            </a:lvl7pPr>
            <a:lvl8pPr marL="3657600" lvl="7" indent="-422211" algn="l">
              <a:spcBef>
                <a:spcPts val="610"/>
              </a:spcBef>
              <a:spcAft>
                <a:spcPts val="0"/>
              </a:spcAft>
              <a:buClr>
                <a:schemeClr val="dk1"/>
              </a:buClr>
              <a:buSzPts val="3049"/>
              <a:buChar char="•"/>
              <a:defRPr sz="3049"/>
            </a:lvl8pPr>
            <a:lvl9pPr marL="4114800" lvl="8" indent="-422211" algn="l">
              <a:spcBef>
                <a:spcPts val="610"/>
              </a:spcBef>
              <a:spcAft>
                <a:spcPts val="0"/>
              </a:spcAft>
              <a:buClr>
                <a:schemeClr val="dk1"/>
              </a:buClr>
              <a:buSzPts val="3049"/>
              <a:buChar char="•"/>
              <a:defRPr sz="3049"/>
            </a:lvl9pPr>
          </a:lstStyle>
          <a:p>
            <a:endParaRPr/>
          </a:p>
        </p:txBody>
      </p:sp>
      <p:sp>
        <p:nvSpPr>
          <p:cNvPr id="46" name="Google Shape;46;p8"/>
          <p:cNvSpPr txBox="1">
            <a:spLocks noGrp="1"/>
          </p:cNvSpPr>
          <p:nvPr>
            <p:ph type="dt" idx="10"/>
          </p:nvPr>
        </p:nvSpPr>
        <p:spPr>
          <a:xfrm>
            <a:off x="871274" y="12847249"/>
            <a:ext cx="4065942" cy="737979"/>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8"/>
          <p:cNvSpPr txBox="1">
            <a:spLocks noGrp="1"/>
          </p:cNvSpPr>
          <p:nvPr>
            <p:ph type="ftr" idx="11"/>
          </p:nvPr>
        </p:nvSpPr>
        <p:spPr>
          <a:xfrm>
            <a:off x="5953701" y="12847249"/>
            <a:ext cx="5518065" cy="737979"/>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8"/>
          <p:cNvSpPr txBox="1">
            <a:spLocks noGrp="1"/>
          </p:cNvSpPr>
          <p:nvPr>
            <p:ph type="sldNum" idx="12"/>
          </p:nvPr>
        </p:nvSpPr>
        <p:spPr>
          <a:xfrm>
            <a:off x="12488252" y="12847249"/>
            <a:ext cx="4065942" cy="737979"/>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9"/>
          <p:cNvSpPr txBox="1">
            <a:spLocks noGrp="1"/>
          </p:cNvSpPr>
          <p:nvPr>
            <p:ph type="title"/>
          </p:nvPr>
        </p:nvSpPr>
        <p:spPr>
          <a:xfrm>
            <a:off x="871273" y="555089"/>
            <a:ext cx="15682921" cy="231019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9"/>
          <p:cNvSpPr txBox="1">
            <a:spLocks noGrp="1"/>
          </p:cNvSpPr>
          <p:nvPr>
            <p:ph type="dt" idx="10"/>
          </p:nvPr>
        </p:nvSpPr>
        <p:spPr>
          <a:xfrm>
            <a:off x="871274" y="12847249"/>
            <a:ext cx="4065942" cy="737979"/>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9"/>
          <p:cNvSpPr txBox="1">
            <a:spLocks noGrp="1"/>
          </p:cNvSpPr>
          <p:nvPr>
            <p:ph type="ftr" idx="11"/>
          </p:nvPr>
        </p:nvSpPr>
        <p:spPr>
          <a:xfrm>
            <a:off x="5953701" y="12847249"/>
            <a:ext cx="5518065" cy="737979"/>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9"/>
          <p:cNvSpPr txBox="1">
            <a:spLocks noGrp="1"/>
          </p:cNvSpPr>
          <p:nvPr>
            <p:ph type="sldNum" idx="12"/>
          </p:nvPr>
        </p:nvSpPr>
        <p:spPr>
          <a:xfrm>
            <a:off x="12488252" y="12847249"/>
            <a:ext cx="4065942" cy="737979"/>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10"/>
          <p:cNvSpPr txBox="1">
            <a:spLocks noGrp="1"/>
          </p:cNvSpPr>
          <p:nvPr>
            <p:ph type="title"/>
          </p:nvPr>
        </p:nvSpPr>
        <p:spPr>
          <a:xfrm>
            <a:off x="871274" y="551880"/>
            <a:ext cx="5732859" cy="234869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3811"/>
              <a:buFont typeface="Calibri"/>
              <a:buNone/>
              <a:defRPr sz="3811"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10"/>
          <p:cNvSpPr txBox="1">
            <a:spLocks noGrp="1"/>
          </p:cNvSpPr>
          <p:nvPr>
            <p:ph type="body" idx="1"/>
          </p:nvPr>
        </p:nvSpPr>
        <p:spPr>
          <a:xfrm>
            <a:off x="6812874" y="551881"/>
            <a:ext cx="9741320" cy="11830122"/>
          </a:xfrm>
          <a:prstGeom prst="rect">
            <a:avLst/>
          </a:prstGeom>
          <a:noFill/>
          <a:ln>
            <a:noFill/>
          </a:ln>
        </p:spPr>
        <p:txBody>
          <a:bodyPr spcFirstLastPara="1" wrap="square" lIns="91425" tIns="45700" rIns="91425" bIns="45700" anchor="t" anchorCtr="0">
            <a:normAutofit/>
          </a:bodyPr>
          <a:lstStyle>
            <a:lvl1pPr marL="457200" lvl="0" indent="-615823" algn="l">
              <a:spcBef>
                <a:spcPts val="1220"/>
              </a:spcBef>
              <a:spcAft>
                <a:spcPts val="0"/>
              </a:spcAft>
              <a:buClr>
                <a:schemeClr val="dk1"/>
              </a:buClr>
              <a:buSzPts val="6098"/>
              <a:buChar char="•"/>
              <a:defRPr sz="6098"/>
            </a:lvl1pPr>
            <a:lvl2pPr marL="914400" lvl="1" indent="-567436" algn="l">
              <a:spcBef>
                <a:spcPts val="1067"/>
              </a:spcBef>
              <a:spcAft>
                <a:spcPts val="0"/>
              </a:spcAft>
              <a:buClr>
                <a:schemeClr val="dk1"/>
              </a:buClr>
              <a:buSzPts val="5336"/>
              <a:buChar char="–"/>
              <a:defRPr sz="5336"/>
            </a:lvl2pPr>
            <a:lvl3pPr marL="1371600" lvl="2" indent="-519049" algn="l">
              <a:spcBef>
                <a:spcPts val="915"/>
              </a:spcBef>
              <a:spcAft>
                <a:spcPts val="0"/>
              </a:spcAft>
              <a:buClr>
                <a:schemeClr val="dk1"/>
              </a:buClr>
              <a:buSzPts val="4574"/>
              <a:buChar char="•"/>
              <a:defRPr sz="4574"/>
            </a:lvl3pPr>
            <a:lvl4pPr marL="1828800" lvl="3" indent="-470599" algn="l">
              <a:spcBef>
                <a:spcPts val="762"/>
              </a:spcBef>
              <a:spcAft>
                <a:spcPts val="0"/>
              </a:spcAft>
              <a:buClr>
                <a:schemeClr val="dk1"/>
              </a:buClr>
              <a:buSzPts val="3811"/>
              <a:buChar char="–"/>
              <a:defRPr sz="3811"/>
            </a:lvl4pPr>
            <a:lvl5pPr marL="2286000" lvl="4" indent="-470598" algn="l">
              <a:spcBef>
                <a:spcPts val="762"/>
              </a:spcBef>
              <a:spcAft>
                <a:spcPts val="0"/>
              </a:spcAft>
              <a:buClr>
                <a:schemeClr val="dk1"/>
              </a:buClr>
              <a:buSzPts val="3811"/>
              <a:buChar char="»"/>
              <a:defRPr sz="3811"/>
            </a:lvl5pPr>
            <a:lvl6pPr marL="2743200" lvl="5" indent="-470598" algn="l">
              <a:spcBef>
                <a:spcPts val="762"/>
              </a:spcBef>
              <a:spcAft>
                <a:spcPts val="0"/>
              </a:spcAft>
              <a:buClr>
                <a:schemeClr val="dk1"/>
              </a:buClr>
              <a:buSzPts val="3811"/>
              <a:buChar char="•"/>
              <a:defRPr sz="3811"/>
            </a:lvl6pPr>
            <a:lvl7pPr marL="3200400" lvl="6" indent="-470598" algn="l">
              <a:spcBef>
                <a:spcPts val="762"/>
              </a:spcBef>
              <a:spcAft>
                <a:spcPts val="0"/>
              </a:spcAft>
              <a:buClr>
                <a:schemeClr val="dk1"/>
              </a:buClr>
              <a:buSzPts val="3811"/>
              <a:buChar char="•"/>
              <a:defRPr sz="3811"/>
            </a:lvl7pPr>
            <a:lvl8pPr marL="3657600" lvl="7" indent="-470598" algn="l">
              <a:spcBef>
                <a:spcPts val="762"/>
              </a:spcBef>
              <a:spcAft>
                <a:spcPts val="0"/>
              </a:spcAft>
              <a:buClr>
                <a:schemeClr val="dk1"/>
              </a:buClr>
              <a:buSzPts val="3811"/>
              <a:buChar char="•"/>
              <a:defRPr sz="3811"/>
            </a:lvl8pPr>
            <a:lvl9pPr marL="4114800" lvl="8" indent="-470598" algn="l">
              <a:spcBef>
                <a:spcPts val="762"/>
              </a:spcBef>
              <a:spcAft>
                <a:spcPts val="0"/>
              </a:spcAft>
              <a:buClr>
                <a:schemeClr val="dk1"/>
              </a:buClr>
              <a:buSzPts val="3811"/>
              <a:buChar char="•"/>
              <a:defRPr sz="3811"/>
            </a:lvl9pPr>
          </a:lstStyle>
          <a:p>
            <a:endParaRPr/>
          </a:p>
        </p:txBody>
      </p:sp>
      <p:sp>
        <p:nvSpPr>
          <p:cNvPr id="57" name="Google Shape;57;p10"/>
          <p:cNvSpPr txBox="1">
            <a:spLocks noGrp="1"/>
          </p:cNvSpPr>
          <p:nvPr>
            <p:ph type="body" idx="2"/>
          </p:nvPr>
        </p:nvSpPr>
        <p:spPr>
          <a:xfrm>
            <a:off x="871274" y="2900579"/>
            <a:ext cx="5732859" cy="9481424"/>
          </a:xfrm>
          <a:prstGeom prst="rect">
            <a:avLst/>
          </a:prstGeom>
          <a:noFill/>
          <a:ln>
            <a:noFill/>
          </a:ln>
        </p:spPr>
        <p:txBody>
          <a:bodyPr spcFirstLastPara="1" wrap="square" lIns="91425" tIns="45700" rIns="91425" bIns="45700" anchor="t" anchorCtr="0">
            <a:normAutofit/>
          </a:bodyPr>
          <a:lstStyle>
            <a:lvl1pPr marL="457200" lvl="0" indent="-228600" algn="l">
              <a:spcBef>
                <a:spcPts val="534"/>
              </a:spcBef>
              <a:spcAft>
                <a:spcPts val="0"/>
              </a:spcAft>
              <a:buClr>
                <a:schemeClr val="dk1"/>
              </a:buClr>
              <a:buSzPts val="2668"/>
              <a:buNone/>
              <a:defRPr sz="2668"/>
            </a:lvl1pPr>
            <a:lvl2pPr marL="914400" lvl="1" indent="-228600" algn="l">
              <a:spcBef>
                <a:spcPts val="457"/>
              </a:spcBef>
              <a:spcAft>
                <a:spcPts val="0"/>
              </a:spcAft>
              <a:buClr>
                <a:schemeClr val="dk1"/>
              </a:buClr>
              <a:buSzPts val="2287"/>
              <a:buNone/>
              <a:defRPr sz="2287"/>
            </a:lvl2pPr>
            <a:lvl3pPr marL="1371600" lvl="2" indent="-228600" algn="l">
              <a:spcBef>
                <a:spcPts val="381"/>
              </a:spcBef>
              <a:spcAft>
                <a:spcPts val="0"/>
              </a:spcAft>
              <a:buClr>
                <a:schemeClr val="dk1"/>
              </a:buClr>
              <a:buSzPts val="1906"/>
              <a:buNone/>
              <a:defRPr sz="1906"/>
            </a:lvl3pPr>
            <a:lvl4pPr marL="1828800" lvl="3" indent="-228600" algn="l">
              <a:spcBef>
                <a:spcPts val="343"/>
              </a:spcBef>
              <a:spcAft>
                <a:spcPts val="0"/>
              </a:spcAft>
              <a:buClr>
                <a:schemeClr val="dk1"/>
              </a:buClr>
              <a:buSzPts val="1715"/>
              <a:buNone/>
              <a:defRPr sz="1715"/>
            </a:lvl4pPr>
            <a:lvl5pPr marL="2286000" lvl="4" indent="-228600" algn="l">
              <a:spcBef>
                <a:spcPts val="343"/>
              </a:spcBef>
              <a:spcAft>
                <a:spcPts val="0"/>
              </a:spcAft>
              <a:buClr>
                <a:schemeClr val="dk1"/>
              </a:buClr>
              <a:buSzPts val="1715"/>
              <a:buNone/>
              <a:defRPr sz="1715"/>
            </a:lvl5pPr>
            <a:lvl6pPr marL="2743200" lvl="5" indent="-228600" algn="l">
              <a:spcBef>
                <a:spcPts val="343"/>
              </a:spcBef>
              <a:spcAft>
                <a:spcPts val="0"/>
              </a:spcAft>
              <a:buClr>
                <a:schemeClr val="dk1"/>
              </a:buClr>
              <a:buSzPts val="1715"/>
              <a:buNone/>
              <a:defRPr sz="1715"/>
            </a:lvl6pPr>
            <a:lvl7pPr marL="3200400" lvl="6" indent="-228600" algn="l">
              <a:spcBef>
                <a:spcPts val="343"/>
              </a:spcBef>
              <a:spcAft>
                <a:spcPts val="0"/>
              </a:spcAft>
              <a:buClr>
                <a:schemeClr val="dk1"/>
              </a:buClr>
              <a:buSzPts val="1715"/>
              <a:buNone/>
              <a:defRPr sz="1715"/>
            </a:lvl7pPr>
            <a:lvl8pPr marL="3657600" lvl="7" indent="-228600" algn="l">
              <a:spcBef>
                <a:spcPts val="343"/>
              </a:spcBef>
              <a:spcAft>
                <a:spcPts val="0"/>
              </a:spcAft>
              <a:buClr>
                <a:schemeClr val="dk1"/>
              </a:buClr>
              <a:buSzPts val="1715"/>
              <a:buNone/>
              <a:defRPr sz="1715"/>
            </a:lvl8pPr>
            <a:lvl9pPr marL="4114800" lvl="8" indent="-228600" algn="l">
              <a:spcBef>
                <a:spcPts val="343"/>
              </a:spcBef>
              <a:spcAft>
                <a:spcPts val="0"/>
              </a:spcAft>
              <a:buClr>
                <a:schemeClr val="dk1"/>
              </a:buClr>
              <a:buSzPts val="1715"/>
              <a:buNone/>
              <a:defRPr sz="1715"/>
            </a:lvl9pPr>
          </a:lstStyle>
          <a:p>
            <a:endParaRPr/>
          </a:p>
        </p:txBody>
      </p:sp>
      <p:sp>
        <p:nvSpPr>
          <p:cNvPr id="58" name="Google Shape;58;p10"/>
          <p:cNvSpPr txBox="1">
            <a:spLocks noGrp="1"/>
          </p:cNvSpPr>
          <p:nvPr>
            <p:ph type="dt" idx="10"/>
          </p:nvPr>
        </p:nvSpPr>
        <p:spPr>
          <a:xfrm>
            <a:off x="871274" y="12847249"/>
            <a:ext cx="4065942" cy="737979"/>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10"/>
          <p:cNvSpPr txBox="1">
            <a:spLocks noGrp="1"/>
          </p:cNvSpPr>
          <p:nvPr>
            <p:ph type="ftr" idx="11"/>
          </p:nvPr>
        </p:nvSpPr>
        <p:spPr>
          <a:xfrm>
            <a:off x="5953701" y="12847249"/>
            <a:ext cx="5518065" cy="737979"/>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10"/>
          <p:cNvSpPr txBox="1">
            <a:spLocks noGrp="1"/>
          </p:cNvSpPr>
          <p:nvPr>
            <p:ph type="sldNum" idx="12"/>
          </p:nvPr>
        </p:nvSpPr>
        <p:spPr>
          <a:xfrm>
            <a:off x="12488252" y="12847249"/>
            <a:ext cx="4065942" cy="737979"/>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1"/>
          <p:cNvSpPr txBox="1">
            <a:spLocks noGrp="1"/>
          </p:cNvSpPr>
          <p:nvPr>
            <p:ph type="title"/>
          </p:nvPr>
        </p:nvSpPr>
        <p:spPr>
          <a:xfrm>
            <a:off x="3415514" y="9702817"/>
            <a:ext cx="10455280" cy="1145472"/>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3811"/>
              <a:buFont typeface="Calibri"/>
              <a:buNone/>
              <a:defRPr sz="3811"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1"/>
          <p:cNvSpPr>
            <a:spLocks noGrp="1"/>
          </p:cNvSpPr>
          <p:nvPr>
            <p:ph type="pic" idx="2"/>
          </p:nvPr>
        </p:nvSpPr>
        <p:spPr>
          <a:xfrm>
            <a:off x="3415514" y="1238521"/>
            <a:ext cx="10455280" cy="8316700"/>
          </a:xfrm>
          <a:prstGeom prst="rect">
            <a:avLst/>
          </a:prstGeom>
          <a:noFill/>
          <a:ln>
            <a:noFill/>
          </a:ln>
        </p:spPr>
        <p:txBody>
          <a:bodyPr/>
          <a:lstStyle/>
          <a:p>
            <a:endParaRPr lang="en-US"/>
          </a:p>
        </p:txBody>
      </p:sp>
      <p:sp>
        <p:nvSpPr>
          <p:cNvPr id="64" name="Google Shape;64;p11"/>
          <p:cNvSpPr txBox="1">
            <a:spLocks noGrp="1"/>
          </p:cNvSpPr>
          <p:nvPr>
            <p:ph type="body" idx="1"/>
          </p:nvPr>
        </p:nvSpPr>
        <p:spPr>
          <a:xfrm>
            <a:off x="3415514" y="10848290"/>
            <a:ext cx="10455280" cy="1626761"/>
          </a:xfrm>
          <a:prstGeom prst="rect">
            <a:avLst/>
          </a:prstGeom>
          <a:noFill/>
          <a:ln>
            <a:noFill/>
          </a:ln>
        </p:spPr>
        <p:txBody>
          <a:bodyPr spcFirstLastPara="1" wrap="square" lIns="91425" tIns="45700" rIns="91425" bIns="45700" anchor="t" anchorCtr="0">
            <a:normAutofit/>
          </a:bodyPr>
          <a:lstStyle>
            <a:lvl1pPr marL="457200" lvl="0" indent="-228600" algn="l">
              <a:spcBef>
                <a:spcPts val="534"/>
              </a:spcBef>
              <a:spcAft>
                <a:spcPts val="0"/>
              </a:spcAft>
              <a:buClr>
                <a:schemeClr val="dk1"/>
              </a:buClr>
              <a:buSzPts val="2668"/>
              <a:buNone/>
              <a:defRPr sz="2668"/>
            </a:lvl1pPr>
            <a:lvl2pPr marL="914400" lvl="1" indent="-228600" algn="l">
              <a:spcBef>
                <a:spcPts val="457"/>
              </a:spcBef>
              <a:spcAft>
                <a:spcPts val="0"/>
              </a:spcAft>
              <a:buClr>
                <a:schemeClr val="dk1"/>
              </a:buClr>
              <a:buSzPts val="2287"/>
              <a:buNone/>
              <a:defRPr sz="2287"/>
            </a:lvl2pPr>
            <a:lvl3pPr marL="1371600" lvl="2" indent="-228600" algn="l">
              <a:spcBef>
                <a:spcPts val="381"/>
              </a:spcBef>
              <a:spcAft>
                <a:spcPts val="0"/>
              </a:spcAft>
              <a:buClr>
                <a:schemeClr val="dk1"/>
              </a:buClr>
              <a:buSzPts val="1906"/>
              <a:buNone/>
              <a:defRPr sz="1906"/>
            </a:lvl3pPr>
            <a:lvl4pPr marL="1828800" lvl="3" indent="-228600" algn="l">
              <a:spcBef>
                <a:spcPts val="343"/>
              </a:spcBef>
              <a:spcAft>
                <a:spcPts val="0"/>
              </a:spcAft>
              <a:buClr>
                <a:schemeClr val="dk1"/>
              </a:buClr>
              <a:buSzPts val="1715"/>
              <a:buNone/>
              <a:defRPr sz="1715"/>
            </a:lvl4pPr>
            <a:lvl5pPr marL="2286000" lvl="4" indent="-228600" algn="l">
              <a:spcBef>
                <a:spcPts val="343"/>
              </a:spcBef>
              <a:spcAft>
                <a:spcPts val="0"/>
              </a:spcAft>
              <a:buClr>
                <a:schemeClr val="dk1"/>
              </a:buClr>
              <a:buSzPts val="1715"/>
              <a:buNone/>
              <a:defRPr sz="1715"/>
            </a:lvl5pPr>
            <a:lvl6pPr marL="2743200" lvl="5" indent="-228600" algn="l">
              <a:spcBef>
                <a:spcPts val="343"/>
              </a:spcBef>
              <a:spcAft>
                <a:spcPts val="0"/>
              </a:spcAft>
              <a:buClr>
                <a:schemeClr val="dk1"/>
              </a:buClr>
              <a:buSzPts val="1715"/>
              <a:buNone/>
              <a:defRPr sz="1715"/>
            </a:lvl6pPr>
            <a:lvl7pPr marL="3200400" lvl="6" indent="-228600" algn="l">
              <a:spcBef>
                <a:spcPts val="343"/>
              </a:spcBef>
              <a:spcAft>
                <a:spcPts val="0"/>
              </a:spcAft>
              <a:buClr>
                <a:schemeClr val="dk1"/>
              </a:buClr>
              <a:buSzPts val="1715"/>
              <a:buNone/>
              <a:defRPr sz="1715"/>
            </a:lvl7pPr>
            <a:lvl8pPr marL="3657600" lvl="7" indent="-228600" algn="l">
              <a:spcBef>
                <a:spcPts val="343"/>
              </a:spcBef>
              <a:spcAft>
                <a:spcPts val="0"/>
              </a:spcAft>
              <a:buClr>
                <a:schemeClr val="dk1"/>
              </a:buClr>
              <a:buSzPts val="1715"/>
              <a:buNone/>
              <a:defRPr sz="1715"/>
            </a:lvl8pPr>
            <a:lvl9pPr marL="4114800" lvl="8" indent="-228600" algn="l">
              <a:spcBef>
                <a:spcPts val="343"/>
              </a:spcBef>
              <a:spcAft>
                <a:spcPts val="0"/>
              </a:spcAft>
              <a:buClr>
                <a:schemeClr val="dk1"/>
              </a:buClr>
              <a:buSzPts val="1715"/>
              <a:buNone/>
              <a:defRPr sz="1715"/>
            </a:lvl9pPr>
          </a:lstStyle>
          <a:p>
            <a:endParaRPr/>
          </a:p>
        </p:txBody>
      </p:sp>
      <p:sp>
        <p:nvSpPr>
          <p:cNvPr id="65" name="Google Shape;65;p11"/>
          <p:cNvSpPr txBox="1">
            <a:spLocks noGrp="1"/>
          </p:cNvSpPr>
          <p:nvPr>
            <p:ph type="dt" idx="10"/>
          </p:nvPr>
        </p:nvSpPr>
        <p:spPr>
          <a:xfrm>
            <a:off x="871274" y="12847249"/>
            <a:ext cx="4065942" cy="737979"/>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1"/>
          <p:cNvSpPr txBox="1">
            <a:spLocks noGrp="1"/>
          </p:cNvSpPr>
          <p:nvPr>
            <p:ph type="ftr" idx="11"/>
          </p:nvPr>
        </p:nvSpPr>
        <p:spPr>
          <a:xfrm>
            <a:off x="5953701" y="12847249"/>
            <a:ext cx="5518065" cy="737979"/>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1"/>
          <p:cNvSpPr txBox="1">
            <a:spLocks noGrp="1"/>
          </p:cNvSpPr>
          <p:nvPr>
            <p:ph type="sldNum" idx="12"/>
          </p:nvPr>
        </p:nvSpPr>
        <p:spPr>
          <a:xfrm>
            <a:off x="12488252" y="12847249"/>
            <a:ext cx="4065942" cy="737979"/>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2"/>
          <p:cNvSpPr txBox="1">
            <a:spLocks noGrp="1"/>
          </p:cNvSpPr>
          <p:nvPr>
            <p:ph type="title"/>
          </p:nvPr>
        </p:nvSpPr>
        <p:spPr>
          <a:xfrm>
            <a:off x="871273" y="555089"/>
            <a:ext cx="15682921" cy="231019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2"/>
          <p:cNvSpPr txBox="1">
            <a:spLocks noGrp="1"/>
          </p:cNvSpPr>
          <p:nvPr>
            <p:ph type="body" idx="1"/>
          </p:nvPr>
        </p:nvSpPr>
        <p:spPr>
          <a:xfrm rot="5400000">
            <a:off x="4138869" y="-33322"/>
            <a:ext cx="9147730" cy="15682921"/>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12"/>
          <p:cNvSpPr txBox="1">
            <a:spLocks noGrp="1"/>
          </p:cNvSpPr>
          <p:nvPr>
            <p:ph type="dt" idx="10"/>
          </p:nvPr>
        </p:nvSpPr>
        <p:spPr>
          <a:xfrm>
            <a:off x="871274" y="12847249"/>
            <a:ext cx="4065942" cy="737979"/>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2"/>
          <p:cNvSpPr txBox="1">
            <a:spLocks noGrp="1"/>
          </p:cNvSpPr>
          <p:nvPr>
            <p:ph type="ftr" idx="11"/>
          </p:nvPr>
        </p:nvSpPr>
        <p:spPr>
          <a:xfrm>
            <a:off x="5953701" y="12847249"/>
            <a:ext cx="5518065" cy="737979"/>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2"/>
          <p:cNvSpPr txBox="1">
            <a:spLocks noGrp="1"/>
          </p:cNvSpPr>
          <p:nvPr>
            <p:ph type="sldNum" idx="12"/>
          </p:nvPr>
        </p:nvSpPr>
        <p:spPr>
          <a:xfrm>
            <a:off x="12488252" y="12847249"/>
            <a:ext cx="4065942" cy="737979"/>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3"/>
          <p:cNvSpPr txBox="1">
            <a:spLocks noGrp="1"/>
          </p:cNvSpPr>
          <p:nvPr>
            <p:ph type="title"/>
          </p:nvPr>
        </p:nvSpPr>
        <p:spPr>
          <a:xfrm rot="5400000">
            <a:off x="8680373" y="4508182"/>
            <a:ext cx="11826913" cy="392073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3"/>
          <p:cNvSpPr txBox="1">
            <a:spLocks noGrp="1"/>
          </p:cNvSpPr>
          <p:nvPr>
            <p:ph type="body" idx="1"/>
          </p:nvPr>
        </p:nvSpPr>
        <p:spPr>
          <a:xfrm rot="5400000">
            <a:off x="693699" y="732664"/>
            <a:ext cx="11826913" cy="11471766"/>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13"/>
          <p:cNvSpPr txBox="1">
            <a:spLocks noGrp="1"/>
          </p:cNvSpPr>
          <p:nvPr>
            <p:ph type="dt" idx="10"/>
          </p:nvPr>
        </p:nvSpPr>
        <p:spPr>
          <a:xfrm>
            <a:off x="871274" y="12847249"/>
            <a:ext cx="4065942" cy="737979"/>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3"/>
          <p:cNvSpPr txBox="1">
            <a:spLocks noGrp="1"/>
          </p:cNvSpPr>
          <p:nvPr>
            <p:ph type="ftr" idx="11"/>
          </p:nvPr>
        </p:nvSpPr>
        <p:spPr>
          <a:xfrm>
            <a:off x="5953701" y="12847249"/>
            <a:ext cx="5518065" cy="737979"/>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3"/>
          <p:cNvSpPr txBox="1">
            <a:spLocks noGrp="1"/>
          </p:cNvSpPr>
          <p:nvPr>
            <p:ph type="sldNum" idx="12"/>
          </p:nvPr>
        </p:nvSpPr>
        <p:spPr>
          <a:xfrm>
            <a:off x="12488252" y="12847249"/>
            <a:ext cx="4065942" cy="737979"/>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
          <p:cNvSpPr txBox="1">
            <a:spLocks noGrp="1"/>
          </p:cNvSpPr>
          <p:nvPr>
            <p:ph type="title"/>
          </p:nvPr>
        </p:nvSpPr>
        <p:spPr>
          <a:xfrm>
            <a:off x="871273" y="555089"/>
            <a:ext cx="15682921" cy="2310195"/>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8385"/>
              <a:buFont typeface="Calibri"/>
              <a:buNone/>
              <a:defRPr sz="8385"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
          <p:cNvSpPr txBox="1">
            <a:spLocks noGrp="1"/>
          </p:cNvSpPr>
          <p:nvPr>
            <p:ph type="body" idx="1"/>
          </p:nvPr>
        </p:nvSpPr>
        <p:spPr>
          <a:xfrm>
            <a:off x="871273" y="3234273"/>
            <a:ext cx="15682921" cy="9147730"/>
          </a:xfrm>
          <a:prstGeom prst="rect">
            <a:avLst/>
          </a:prstGeom>
          <a:noFill/>
          <a:ln>
            <a:noFill/>
          </a:ln>
        </p:spPr>
        <p:txBody>
          <a:bodyPr spcFirstLastPara="1" wrap="square" lIns="91425" tIns="45700" rIns="91425" bIns="45700" anchor="t" anchorCtr="0">
            <a:normAutofit/>
          </a:bodyPr>
          <a:lstStyle>
            <a:lvl1pPr marL="457200" marR="0" lvl="0" indent="-615823" algn="l" rtl="0">
              <a:spcBef>
                <a:spcPts val="1220"/>
              </a:spcBef>
              <a:spcAft>
                <a:spcPts val="0"/>
              </a:spcAft>
              <a:buClr>
                <a:schemeClr val="dk1"/>
              </a:buClr>
              <a:buSzPts val="6098"/>
              <a:buFont typeface="Arial"/>
              <a:buChar char="•"/>
              <a:defRPr sz="6098" b="0" i="0" u="none" strike="noStrike" cap="none">
                <a:solidFill>
                  <a:schemeClr val="dk1"/>
                </a:solidFill>
                <a:latin typeface="Calibri"/>
                <a:ea typeface="Calibri"/>
                <a:cs typeface="Calibri"/>
                <a:sym typeface="Calibri"/>
              </a:defRPr>
            </a:lvl1pPr>
            <a:lvl2pPr marL="914400" marR="0" lvl="1" indent="-567436" algn="l" rtl="0">
              <a:spcBef>
                <a:spcPts val="1067"/>
              </a:spcBef>
              <a:spcAft>
                <a:spcPts val="0"/>
              </a:spcAft>
              <a:buClr>
                <a:schemeClr val="dk1"/>
              </a:buClr>
              <a:buSzPts val="5336"/>
              <a:buFont typeface="Arial"/>
              <a:buChar char="–"/>
              <a:defRPr sz="5336" b="0" i="0" u="none" strike="noStrike" cap="none">
                <a:solidFill>
                  <a:schemeClr val="dk1"/>
                </a:solidFill>
                <a:latin typeface="Calibri"/>
                <a:ea typeface="Calibri"/>
                <a:cs typeface="Calibri"/>
                <a:sym typeface="Calibri"/>
              </a:defRPr>
            </a:lvl2pPr>
            <a:lvl3pPr marL="1371600" marR="0" lvl="2" indent="-519049" algn="l" rtl="0">
              <a:spcBef>
                <a:spcPts val="915"/>
              </a:spcBef>
              <a:spcAft>
                <a:spcPts val="0"/>
              </a:spcAft>
              <a:buClr>
                <a:schemeClr val="dk1"/>
              </a:buClr>
              <a:buSzPts val="4574"/>
              <a:buFont typeface="Arial"/>
              <a:buChar char="•"/>
              <a:defRPr sz="4574" b="0" i="0" u="none" strike="noStrike" cap="none">
                <a:solidFill>
                  <a:schemeClr val="dk1"/>
                </a:solidFill>
                <a:latin typeface="Calibri"/>
                <a:ea typeface="Calibri"/>
                <a:cs typeface="Calibri"/>
                <a:sym typeface="Calibri"/>
              </a:defRPr>
            </a:lvl3pPr>
            <a:lvl4pPr marL="1828800" marR="0" lvl="3" indent="-470599" algn="l" rtl="0">
              <a:spcBef>
                <a:spcPts val="762"/>
              </a:spcBef>
              <a:spcAft>
                <a:spcPts val="0"/>
              </a:spcAft>
              <a:buClr>
                <a:schemeClr val="dk1"/>
              </a:buClr>
              <a:buSzPts val="3811"/>
              <a:buFont typeface="Arial"/>
              <a:buChar char="–"/>
              <a:defRPr sz="3811" b="0" i="0" u="none" strike="noStrike" cap="none">
                <a:solidFill>
                  <a:schemeClr val="dk1"/>
                </a:solidFill>
                <a:latin typeface="Calibri"/>
                <a:ea typeface="Calibri"/>
                <a:cs typeface="Calibri"/>
                <a:sym typeface="Calibri"/>
              </a:defRPr>
            </a:lvl4pPr>
            <a:lvl5pPr marL="2286000" marR="0" lvl="4" indent="-470598" algn="l" rtl="0">
              <a:spcBef>
                <a:spcPts val="762"/>
              </a:spcBef>
              <a:spcAft>
                <a:spcPts val="0"/>
              </a:spcAft>
              <a:buClr>
                <a:schemeClr val="dk1"/>
              </a:buClr>
              <a:buSzPts val="3811"/>
              <a:buFont typeface="Arial"/>
              <a:buChar char="»"/>
              <a:defRPr sz="3811" b="0" i="0" u="none" strike="noStrike" cap="none">
                <a:solidFill>
                  <a:schemeClr val="dk1"/>
                </a:solidFill>
                <a:latin typeface="Calibri"/>
                <a:ea typeface="Calibri"/>
                <a:cs typeface="Calibri"/>
                <a:sym typeface="Calibri"/>
              </a:defRPr>
            </a:lvl5pPr>
            <a:lvl6pPr marL="2743200" marR="0" lvl="5" indent="-470598" algn="l" rtl="0">
              <a:spcBef>
                <a:spcPts val="762"/>
              </a:spcBef>
              <a:spcAft>
                <a:spcPts val="0"/>
              </a:spcAft>
              <a:buClr>
                <a:schemeClr val="dk1"/>
              </a:buClr>
              <a:buSzPts val="3811"/>
              <a:buFont typeface="Arial"/>
              <a:buChar char="•"/>
              <a:defRPr sz="3811" b="0" i="0" u="none" strike="noStrike" cap="none">
                <a:solidFill>
                  <a:schemeClr val="dk1"/>
                </a:solidFill>
                <a:latin typeface="Calibri"/>
                <a:ea typeface="Calibri"/>
                <a:cs typeface="Calibri"/>
                <a:sym typeface="Calibri"/>
              </a:defRPr>
            </a:lvl6pPr>
            <a:lvl7pPr marL="3200400" marR="0" lvl="6" indent="-470598" algn="l" rtl="0">
              <a:spcBef>
                <a:spcPts val="762"/>
              </a:spcBef>
              <a:spcAft>
                <a:spcPts val="0"/>
              </a:spcAft>
              <a:buClr>
                <a:schemeClr val="dk1"/>
              </a:buClr>
              <a:buSzPts val="3811"/>
              <a:buFont typeface="Arial"/>
              <a:buChar char="•"/>
              <a:defRPr sz="3811" b="0" i="0" u="none" strike="noStrike" cap="none">
                <a:solidFill>
                  <a:schemeClr val="dk1"/>
                </a:solidFill>
                <a:latin typeface="Calibri"/>
                <a:ea typeface="Calibri"/>
                <a:cs typeface="Calibri"/>
                <a:sym typeface="Calibri"/>
              </a:defRPr>
            </a:lvl7pPr>
            <a:lvl8pPr marL="3657600" marR="0" lvl="7" indent="-470598" algn="l" rtl="0">
              <a:spcBef>
                <a:spcPts val="762"/>
              </a:spcBef>
              <a:spcAft>
                <a:spcPts val="0"/>
              </a:spcAft>
              <a:buClr>
                <a:schemeClr val="dk1"/>
              </a:buClr>
              <a:buSzPts val="3811"/>
              <a:buFont typeface="Arial"/>
              <a:buChar char="•"/>
              <a:defRPr sz="3811" b="0" i="0" u="none" strike="noStrike" cap="none">
                <a:solidFill>
                  <a:schemeClr val="dk1"/>
                </a:solidFill>
                <a:latin typeface="Calibri"/>
                <a:ea typeface="Calibri"/>
                <a:cs typeface="Calibri"/>
                <a:sym typeface="Calibri"/>
              </a:defRPr>
            </a:lvl8pPr>
            <a:lvl9pPr marL="4114800" marR="0" lvl="8" indent="-470598" algn="l" rtl="0">
              <a:spcBef>
                <a:spcPts val="762"/>
              </a:spcBef>
              <a:spcAft>
                <a:spcPts val="0"/>
              </a:spcAft>
              <a:buClr>
                <a:schemeClr val="dk1"/>
              </a:buClr>
              <a:buSzPts val="3811"/>
              <a:buFont typeface="Arial"/>
              <a:buChar char="•"/>
              <a:defRPr sz="3811" b="0" i="0" u="none" strike="noStrike" cap="none">
                <a:solidFill>
                  <a:schemeClr val="dk1"/>
                </a:solidFill>
                <a:latin typeface="Calibri"/>
                <a:ea typeface="Calibri"/>
                <a:cs typeface="Calibri"/>
                <a:sym typeface="Calibri"/>
              </a:defRPr>
            </a:lvl9pPr>
          </a:lstStyle>
          <a:p>
            <a:endParaRPr/>
          </a:p>
        </p:txBody>
      </p:sp>
      <p:sp>
        <p:nvSpPr>
          <p:cNvPr id="8" name="Google Shape;8;p2"/>
          <p:cNvSpPr txBox="1">
            <a:spLocks noGrp="1"/>
          </p:cNvSpPr>
          <p:nvPr>
            <p:ph type="dt" idx="10"/>
          </p:nvPr>
        </p:nvSpPr>
        <p:spPr>
          <a:xfrm>
            <a:off x="871274" y="12847249"/>
            <a:ext cx="4065942" cy="737979"/>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2287"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3552"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3552"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3552"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3552"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3552"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3552"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3552"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3552" b="0" i="0" u="none" strike="noStrike" cap="none">
                <a:solidFill>
                  <a:schemeClr val="dk1"/>
                </a:solidFill>
                <a:latin typeface="Calibri"/>
                <a:ea typeface="Calibri"/>
                <a:cs typeface="Calibri"/>
                <a:sym typeface="Calibri"/>
              </a:defRPr>
            </a:lvl9pPr>
          </a:lstStyle>
          <a:p>
            <a:endParaRPr/>
          </a:p>
        </p:txBody>
      </p:sp>
      <p:sp>
        <p:nvSpPr>
          <p:cNvPr id="9" name="Google Shape;9;p2"/>
          <p:cNvSpPr txBox="1">
            <a:spLocks noGrp="1"/>
          </p:cNvSpPr>
          <p:nvPr>
            <p:ph type="ftr" idx="11"/>
          </p:nvPr>
        </p:nvSpPr>
        <p:spPr>
          <a:xfrm>
            <a:off x="5953701" y="12847249"/>
            <a:ext cx="5518065" cy="737979"/>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2287"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3552"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3552"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3552"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3552"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3552"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3552"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3552"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3552" b="0" i="0" u="none" strike="noStrike" cap="none">
                <a:solidFill>
                  <a:schemeClr val="dk1"/>
                </a:solidFill>
                <a:latin typeface="Calibri"/>
                <a:ea typeface="Calibri"/>
                <a:cs typeface="Calibri"/>
                <a:sym typeface="Calibri"/>
              </a:defRPr>
            </a:lvl9pPr>
          </a:lstStyle>
          <a:p>
            <a:endParaRPr/>
          </a:p>
        </p:txBody>
      </p:sp>
      <p:sp>
        <p:nvSpPr>
          <p:cNvPr id="10" name="Google Shape;10;p2"/>
          <p:cNvSpPr txBox="1">
            <a:spLocks noGrp="1"/>
          </p:cNvSpPr>
          <p:nvPr>
            <p:ph type="sldNum" idx="12"/>
          </p:nvPr>
        </p:nvSpPr>
        <p:spPr>
          <a:xfrm>
            <a:off x="12488252" y="12847249"/>
            <a:ext cx="4065942" cy="737979"/>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2287" b="0" i="0" u="none" strike="noStrike" cap="none">
                <a:solidFill>
                  <a:srgbClr val="888888"/>
                </a:solidFill>
                <a:latin typeface="Calibri"/>
                <a:ea typeface="Calibri"/>
                <a:cs typeface="Calibri"/>
                <a:sym typeface="Calibri"/>
              </a:defRPr>
            </a:lvl1pPr>
            <a:lvl2pPr marL="0" marR="0" lvl="1" indent="0" algn="r" rtl="0">
              <a:spcBef>
                <a:spcPts val="0"/>
              </a:spcBef>
              <a:buNone/>
              <a:defRPr sz="2287" b="0" i="0" u="none" strike="noStrike" cap="none">
                <a:solidFill>
                  <a:srgbClr val="888888"/>
                </a:solidFill>
                <a:latin typeface="Calibri"/>
                <a:ea typeface="Calibri"/>
                <a:cs typeface="Calibri"/>
                <a:sym typeface="Calibri"/>
              </a:defRPr>
            </a:lvl2pPr>
            <a:lvl3pPr marL="0" marR="0" lvl="2" indent="0" algn="r" rtl="0">
              <a:spcBef>
                <a:spcPts val="0"/>
              </a:spcBef>
              <a:buNone/>
              <a:defRPr sz="2287" b="0" i="0" u="none" strike="noStrike" cap="none">
                <a:solidFill>
                  <a:srgbClr val="888888"/>
                </a:solidFill>
                <a:latin typeface="Calibri"/>
                <a:ea typeface="Calibri"/>
                <a:cs typeface="Calibri"/>
                <a:sym typeface="Calibri"/>
              </a:defRPr>
            </a:lvl3pPr>
            <a:lvl4pPr marL="0" marR="0" lvl="3" indent="0" algn="r" rtl="0">
              <a:spcBef>
                <a:spcPts val="0"/>
              </a:spcBef>
              <a:buNone/>
              <a:defRPr sz="2287" b="0" i="0" u="none" strike="noStrike" cap="none">
                <a:solidFill>
                  <a:srgbClr val="888888"/>
                </a:solidFill>
                <a:latin typeface="Calibri"/>
                <a:ea typeface="Calibri"/>
                <a:cs typeface="Calibri"/>
                <a:sym typeface="Calibri"/>
              </a:defRPr>
            </a:lvl4pPr>
            <a:lvl5pPr marL="0" marR="0" lvl="4" indent="0" algn="r" rtl="0">
              <a:spcBef>
                <a:spcPts val="0"/>
              </a:spcBef>
              <a:buNone/>
              <a:defRPr sz="2287" b="0" i="0" u="none" strike="noStrike" cap="none">
                <a:solidFill>
                  <a:srgbClr val="888888"/>
                </a:solidFill>
                <a:latin typeface="Calibri"/>
                <a:ea typeface="Calibri"/>
                <a:cs typeface="Calibri"/>
                <a:sym typeface="Calibri"/>
              </a:defRPr>
            </a:lvl5pPr>
            <a:lvl6pPr marL="0" marR="0" lvl="5" indent="0" algn="r" rtl="0">
              <a:spcBef>
                <a:spcPts val="0"/>
              </a:spcBef>
              <a:buNone/>
              <a:defRPr sz="2287" b="0" i="0" u="none" strike="noStrike" cap="none">
                <a:solidFill>
                  <a:srgbClr val="888888"/>
                </a:solidFill>
                <a:latin typeface="Calibri"/>
                <a:ea typeface="Calibri"/>
                <a:cs typeface="Calibri"/>
                <a:sym typeface="Calibri"/>
              </a:defRPr>
            </a:lvl6pPr>
            <a:lvl7pPr marL="0" marR="0" lvl="6" indent="0" algn="r" rtl="0">
              <a:spcBef>
                <a:spcPts val="0"/>
              </a:spcBef>
              <a:buNone/>
              <a:defRPr sz="2287" b="0" i="0" u="none" strike="noStrike" cap="none">
                <a:solidFill>
                  <a:srgbClr val="888888"/>
                </a:solidFill>
                <a:latin typeface="Calibri"/>
                <a:ea typeface="Calibri"/>
                <a:cs typeface="Calibri"/>
                <a:sym typeface="Calibri"/>
              </a:defRPr>
            </a:lvl7pPr>
            <a:lvl8pPr marL="0" marR="0" lvl="7" indent="0" algn="r" rtl="0">
              <a:spcBef>
                <a:spcPts val="0"/>
              </a:spcBef>
              <a:buNone/>
              <a:defRPr sz="2287" b="0" i="0" u="none" strike="noStrike" cap="none">
                <a:solidFill>
                  <a:srgbClr val="888888"/>
                </a:solidFill>
                <a:latin typeface="Calibri"/>
                <a:ea typeface="Calibri"/>
                <a:cs typeface="Calibri"/>
                <a:sym typeface="Calibri"/>
              </a:defRPr>
            </a:lvl8pPr>
            <a:lvl9pPr marL="0" marR="0" lvl="8" indent="0" algn="r" rtl="0">
              <a:spcBef>
                <a:spcPts val="0"/>
              </a:spcBef>
              <a:buNone/>
              <a:defRPr sz="2287"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‹nº›</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12"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44F37"/>
        </a:solidFill>
        <a:effectLst/>
      </p:bgPr>
    </p:bg>
    <p:spTree>
      <p:nvGrpSpPr>
        <p:cNvPr id="1" name="Shape 83"/>
        <p:cNvGrpSpPr/>
        <p:nvPr/>
      </p:nvGrpSpPr>
      <p:grpSpPr>
        <a:xfrm>
          <a:off x="0" y="0"/>
          <a:ext cx="0" cy="0"/>
          <a:chOff x="0" y="0"/>
          <a:chExt cx="0" cy="0"/>
        </a:xfrm>
      </p:grpSpPr>
      <p:grpSp>
        <p:nvGrpSpPr>
          <p:cNvPr id="84" name="Google Shape;84;p1"/>
          <p:cNvGrpSpPr/>
          <p:nvPr/>
        </p:nvGrpSpPr>
        <p:grpSpPr>
          <a:xfrm>
            <a:off x="-234721" y="36273035"/>
            <a:ext cx="29324843" cy="6968084"/>
            <a:chOff x="0" y="-47625"/>
            <a:chExt cx="3032124" cy="655203"/>
          </a:xfrm>
        </p:grpSpPr>
        <p:sp>
          <p:nvSpPr>
            <p:cNvPr id="85" name="Google Shape;85;p1"/>
            <p:cNvSpPr/>
            <p:nvPr/>
          </p:nvSpPr>
          <p:spPr>
            <a:xfrm>
              <a:off x="0" y="0"/>
              <a:ext cx="3032124" cy="607578"/>
            </a:xfrm>
            <a:custGeom>
              <a:avLst/>
              <a:gdLst/>
              <a:ahLst/>
              <a:cxnLst/>
              <a:rect l="l" t="t" r="r" b="b"/>
              <a:pathLst>
                <a:path w="3032124" h="607578" extrusionOk="0">
                  <a:moveTo>
                    <a:pt x="0" y="0"/>
                  </a:moveTo>
                  <a:lnTo>
                    <a:pt x="3032124" y="0"/>
                  </a:lnTo>
                  <a:lnTo>
                    <a:pt x="3032124" y="607578"/>
                  </a:lnTo>
                  <a:lnTo>
                    <a:pt x="0" y="607578"/>
                  </a:lnTo>
                  <a:close/>
                </a:path>
              </a:pathLst>
            </a:custGeom>
            <a:solidFill>
              <a:srgbClr val="10E68E"/>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6769">
                <a:solidFill>
                  <a:schemeClr val="dk1"/>
                </a:solidFill>
                <a:latin typeface="Calibri"/>
                <a:ea typeface="Calibri"/>
                <a:cs typeface="Calibri"/>
                <a:sym typeface="Calibri"/>
              </a:endParaRPr>
            </a:p>
          </p:txBody>
        </p:sp>
        <p:sp>
          <p:nvSpPr>
            <p:cNvPr id="86" name="Google Shape;86;p1"/>
            <p:cNvSpPr txBox="1"/>
            <p:nvPr/>
          </p:nvSpPr>
          <p:spPr>
            <a:xfrm>
              <a:off x="0" y="-47625"/>
              <a:ext cx="3032124" cy="655203"/>
            </a:xfrm>
            <a:prstGeom prst="rect">
              <a:avLst/>
            </a:prstGeom>
            <a:noFill/>
            <a:ln>
              <a:noFill/>
            </a:ln>
          </p:spPr>
          <p:txBody>
            <a:bodyPr spcFirstLastPara="1" wrap="square" lIns="88925" tIns="88925" rIns="88925" bIns="88925" anchor="ctr" anchorCtr="0">
              <a:noAutofit/>
            </a:bodyPr>
            <a:lstStyle/>
            <a:p>
              <a:pPr marL="0" marR="0" lvl="0" indent="0" algn="ctr" rtl="0">
                <a:lnSpc>
                  <a:spcPct val="112217"/>
                </a:lnSpc>
                <a:spcBef>
                  <a:spcPts val="0"/>
                </a:spcBef>
                <a:spcAft>
                  <a:spcPts val="0"/>
                </a:spcAft>
                <a:buNone/>
              </a:pPr>
              <a:endParaRPr sz="6769">
                <a:solidFill>
                  <a:schemeClr val="dk1"/>
                </a:solidFill>
                <a:latin typeface="Calibri"/>
                <a:ea typeface="Calibri"/>
                <a:cs typeface="Calibri"/>
                <a:sym typeface="Calibri"/>
              </a:endParaRPr>
            </a:p>
          </p:txBody>
        </p:sp>
      </p:grpSp>
      <p:sp>
        <p:nvSpPr>
          <p:cNvPr id="87" name="Google Shape;87;p1"/>
          <p:cNvSpPr/>
          <p:nvPr/>
        </p:nvSpPr>
        <p:spPr>
          <a:xfrm>
            <a:off x="3163237" y="34829695"/>
            <a:ext cx="22769151" cy="14311010"/>
          </a:xfrm>
          <a:custGeom>
            <a:avLst/>
            <a:gdLst/>
            <a:ahLst/>
            <a:cxnLst/>
            <a:rect l="l" t="t" r="r" b="b"/>
            <a:pathLst>
              <a:path w="11948094" h="7509691" extrusionOk="0">
                <a:moveTo>
                  <a:pt x="0" y="0"/>
                </a:moveTo>
                <a:lnTo>
                  <a:pt x="11948094" y="0"/>
                </a:lnTo>
                <a:lnTo>
                  <a:pt x="11948094" y="7509692"/>
                </a:lnTo>
                <a:lnTo>
                  <a:pt x="0" y="7509692"/>
                </a:lnTo>
                <a:lnTo>
                  <a:pt x="0" y="0"/>
                </a:lnTo>
                <a:close/>
              </a:path>
            </a:pathLst>
          </a:custGeom>
          <a:blipFill rotWithShape="1">
            <a:blip r:embed="rId3">
              <a:alphaModFix/>
            </a:blip>
            <a:stretch>
              <a:fillRect b="-48958"/>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6769">
              <a:solidFill>
                <a:schemeClr val="dk1"/>
              </a:solidFill>
              <a:latin typeface="Calibri"/>
              <a:ea typeface="Calibri"/>
              <a:cs typeface="Calibri"/>
              <a:sym typeface="Calibri"/>
            </a:endParaRPr>
          </a:p>
        </p:txBody>
      </p:sp>
      <p:grpSp>
        <p:nvGrpSpPr>
          <p:cNvPr id="88" name="Google Shape;88;p1"/>
          <p:cNvGrpSpPr/>
          <p:nvPr/>
        </p:nvGrpSpPr>
        <p:grpSpPr>
          <a:xfrm>
            <a:off x="-234720" y="28800364"/>
            <a:ext cx="29304069" cy="9759747"/>
            <a:chOff x="0" y="-47625"/>
            <a:chExt cx="3163653" cy="917701"/>
          </a:xfrm>
        </p:grpSpPr>
        <p:sp>
          <p:nvSpPr>
            <p:cNvPr id="89" name="Google Shape;89;p1"/>
            <p:cNvSpPr/>
            <p:nvPr/>
          </p:nvSpPr>
          <p:spPr>
            <a:xfrm>
              <a:off x="0" y="0"/>
              <a:ext cx="3163653" cy="870076"/>
            </a:xfrm>
            <a:custGeom>
              <a:avLst/>
              <a:gdLst/>
              <a:ahLst/>
              <a:cxnLst/>
              <a:rect l="l" t="t" r="r" b="b"/>
              <a:pathLst>
                <a:path w="3163653" h="870076" extrusionOk="0">
                  <a:moveTo>
                    <a:pt x="0" y="0"/>
                  </a:moveTo>
                  <a:lnTo>
                    <a:pt x="3163653" y="0"/>
                  </a:lnTo>
                  <a:lnTo>
                    <a:pt x="3163653" y="870076"/>
                  </a:lnTo>
                  <a:lnTo>
                    <a:pt x="0" y="870076"/>
                  </a:lnTo>
                  <a:close/>
                </a:path>
              </a:pathLst>
            </a:custGeom>
            <a:solidFill>
              <a:srgbClr val="044F37"/>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6769">
                <a:solidFill>
                  <a:schemeClr val="dk1"/>
                </a:solidFill>
                <a:latin typeface="Calibri"/>
                <a:ea typeface="Calibri"/>
                <a:cs typeface="Calibri"/>
                <a:sym typeface="Calibri"/>
              </a:endParaRPr>
            </a:p>
          </p:txBody>
        </p:sp>
        <p:sp>
          <p:nvSpPr>
            <p:cNvPr id="90" name="Google Shape;90;p1"/>
            <p:cNvSpPr txBox="1"/>
            <p:nvPr/>
          </p:nvSpPr>
          <p:spPr>
            <a:xfrm>
              <a:off x="0" y="-47625"/>
              <a:ext cx="3163653" cy="917701"/>
            </a:xfrm>
            <a:prstGeom prst="rect">
              <a:avLst/>
            </a:prstGeom>
            <a:noFill/>
            <a:ln>
              <a:noFill/>
            </a:ln>
          </p:spPr>
          <p:txBody>
            <a:bodyPr spcFirstLastPara="1" wrap="square" lIns="88925" tIns="88925" rIns="88925" bIns="88925" anchor="ctr" anchorCtr="0">
              <a:noAutofit/>
            </a:bodyPr>
            <a:lstStyle/>
            <a:p>
              <a:pPr marL="0" marR="0" lvl="0" indent="0" algn="l" rtl="0">
                <a:lnSpc>
                  <a:spcPct val="112217"/>
                </a:lnSpc>
                <a:spcBef>
                  <a:spcPts val="0"/>
                </a:spcBef>
                <a:spcAft>
                  <a:spcPts val="0"/>
                </a:spcAft>
                <a:buNone/>
              </a:pPr>
              <a:endParaRPr sz="6769">
                <a:solidFill>
                  <a:schemeClr val="dk1"/>
                </a:solidFill>
                <a:latin typeface="Calibri"/>
                <a:ea typeface="Calibri"/>
                <a:cs typeface="Calibri"/>
                <a:sym typeface="Calibri"/>
              </a:endParaRPr>
            </a:p>
          </p:txBody>
        </p:sp>
      </p:grpSp>
      <p:grpSp>
        <p:nvGrpSpPr>
          <p:cNvPr id="91" name="Google Shape;91;p1"/>
          <p:cNvGrpSpPr/>
          <p:nvPr/>
        </p:nvGrpSpPr>
        <p:grpSpPr>
          <a:xfrm>
            <a:off x="-234719" y="21010291"/>
            <a:ext cx="29324842" cy="9460531"/>
            <a:chOff x="0" y="-47625"/>
            <a:chExt cx="3225442" cy="889566"/>
          </a:xfrm>
        </p:grpSpPr>
        <p:sp>
          <p:nvSpPr>
            <p:cNvPr id="92" name="Google Shape;92;p1"/>
            <p:cNvSpPr/>
            <p:nvPr/>
          </p:nvSpPr>
          <p:spPr>
            <a:xfrm>
              <a:off x="0" y="0"/>
              <a:ext cx="3225442" cy="841941"/>
            </a:xfrm>
            <a:custGeom>
              <a:avLst/>
              <a:gdLst/>
              <a:ahLst/>
              <a:cxnLst/>
              <a:rect l="l" t="t" r="r" b="b"/>
              <a:pathLst>
                <a:path w="3225442" h="841941" extrusionOk="0">
                  <a:moveTo>
                    <a:pt x="0" y="0"/>
                  </a:moveTo>
                  <a:lnTo>
                    <a:pt x="3225442" y="0"/>
                  </a:lnTo>
                  <a:lnTo>
                    <a:pt x="3225442" y="841941"/>
                  </a:lnTo>
                  <a:lnTo>
                    <a:pt x="0" y="841941"/>
                  </a:lnTo>
                  <a:close/>
                </a:path>
              </a:pathLst>
            </a:custGeom>
            <a:solidFill>
              <a:srgbClr val="023327"/>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6769">
                <a:solidFill>
                  <a:schemeClr val="dk1"/>
                </a:solidFill>
                <a:latin typeface="Calibri"/>
                <a:ea typeface="Calibri"/>
                <a:cs typeface="Calibri"/>
                <a:sym typeface="Calibri"/>
              </a:endParaRPr>
            </a:p>
          </p:txBody>
        </p:sp>
        <p:sp>
          <p:nvSpPr>
            <p:cNvPr id="93" name="Google Shape;93;p1"/>
            <p:cNvSpPr txBox="1"/>
            <p:nvPr/>
          </p:nvSpPr>
          <p:spPr>
            <a:xfrm>
              <a:off x="0" y="-47625"/>
              <a:ext cx="3225442" cy="889566"/>
            </a:xfrm>
            <a:prstGeom prst="rect">
              <a:avLst/>
            </a:prstGeom>
            <a:noFill/>
            <a:ln>
              <a:noFill/>
            </a:ln>
          </p:spPr>
          <p:txBody>
            <a:bodyPr spcFirstLastPara="1" wrap="square" lIns="88925" tIns="88925" rIns="88925" bIns="88925" anchor="ctr" anchorCtr="0">
              <a:noAutofit/>
            </a:bodyPr>
            <a:lstStyle/>
            <a:p>
              <a:pPr marL="0" marR="0" lvl="0" indent="0" algn="ctr" rtl="0">
                <a:lnSpc>
                  <a:spcPct val="112217"/>
                </a:lnSpc>
                <a:spcBef>
                  <a:spcPts val="0"/>
                </a:spcBef>
                <a:spcAft>
                  <a:spcPts val="0"/>
                </a:spcAft>
                <a:buNone/>
              </a:pPr>
              <a:endParaRPr sz="6769">
                <a:solidFill>
                  <a:schemeClr val="dk1"/>
                </a:solidFill>
                <a:latin typeface="Calibri"/>
                <a:ea typeface="Calibri"/>
                <a:cs typeface="Calibri"/>
                <a:sym typeface="Calibri"/>
              </a:endParaRPr>
            </a:p>
          </p:txBody>
        </p:sp>
      </p:grpSp>
      <p:grpSp>
        <p:nvGrpSpPr>
          <p:cNvPr id="94" name="Google Shape;94;p1"/>
          <p:cNvGrpSpPr/>
          <p:nvPr/>
        </p:nvGrpSpPr>
        <p:grpSpPr>
          <a:xfrm>
            <a:off x="-234720" y="15561373"/>
            <a:ext cx="29304069" cy="8372962"/>
            <a:chOff x="0" y="-47625"/>
            <a:chExt cx="3032124" cy="787302"/>
          </a:xfrm>
        </p:grpSpPr>
        <p:sp>
          <p:nvSpPr>
            <p:cNvPr id="95" name="Google Shape;95;p1"/>
            <p:cNvSpPr/>
            <p:nvPr/>
          </p:nvSpPr>
          <p:spPr>
            <a:xfrm>
              <a:off x="0" y="0"/>
              <a:ext cx="3032124" cy="739677"/>
            </a:xfrm>
            <a:custGeom>
              <a:avLst/>
              <a:gdLst/>
              <a:ahLst/>
              <a:cxnLst/>
              <a:rect l="l" t="t" r="r" b="b"/>
              <a:pathLst>
                <a:path w="3032124" h="739677" extrusionOk="0">
                  <a:moveTo>
                    <a:pt x="0" y="0"/>
                  </a:moveTo>
                  <a:lnTo>
                    <a:pt x="3032124" y="0"/>
                  </a:lnTo>
                  <a:lnTo>
                    <a:pt x="3032124" y="739677"/>
                  </a:lnTo>
                  <a:lnTo>
                    <a:pt x="0" y="739677"/>
                  </a:lnTo>
                  <a:close/>
                </a:path>
              </a:pathLst>
            </a:custGeom>
            <a:solidFill>
              <a:srgbClr val="0B9E6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6769">
                <a:solidFill>
                  <a:schemeClr val="dk1"/>
                </a:solidFill>
                <a:latin typeface="Calibri"/>
                <a:ea typeface="Calibri"/>
                <a:cs typeface="Calibri"/>
                <a:sym typeface="Calibri"/>
              </a:endParaRPr>
            </a:p>
          </p:txBody>
        </p:sp>
        <p:sp>
          <p:nvSpPr>
            <p:cNvPr id="96" name="Google Shape;96;p1"/>
            <p:cNvSpPr txBox="1"/>
            <p:nvPr/>
          </p:nvSpPr>
          <p:spPr>
            <a:xfrm>
              <a:off x="0" y="-47625"/>
              <a:ext cx="3032124" cy="787302"/>
            </a:xfrm>
            <a:prstGeom prst="rect">
              <a:avLst/>
            </a:prstGeom>
            <a:noFill/>
            <a:ln>
              <a:noFill/>
            </a:ln>
          </p:spPr>
          <p:txBody>
            <a:bodyPr spcFirstLastPara="1" wrap="square" lIns="88925" tIns="88925" rIns="88925" bIns="88925" anchor="ctr" anchorCtr="0">
              <a:noAutofit/>
            </a:bodyPr>
            <a:lstStyle/>
            <a:p>
              <a:pPr marL="0" marR="0" lvl="0" indent="0" algn="ctr" rtl="0">
                <a:lnSpc>
                  <a:spcPct val="112217"/>
                </a:lnSpc>
                <a:spcBef>
                  <a:spcPts val="0"/>
                </a:spcBef>
                <a:spcAft>
                  <a:spcPts val="0"/>
                </a:spcAft>
                <a:buNone/>
              </a:pPr>
              <a:endParaRPr sz="6769">
                <a:solidFill>
                  <a:schemeClr val="dk1"/>
                </a:solidFill>
                <a:latin typeface="Calibri"/>
                <a:ea typeface="Calibri"/>
                <a:cs typeface="Calibri"/>
                <a:sym typeface="Calibri"/>
              </a:endParaRPr>
            </a:p>
          </p:txBody>
        </p:sp>
      </p:grpSp>
      <p:grpSp>
        <p:nvGrpSpPr>
          <p:cNvPr id="97" name="Google Shape;97;p1"/>
          <p:cNvGrpSpPr/>
          <p:nvPr/>
        </p:nvGrpSpPr>
        <p:grpSpPr>
          <a:xfrm>
            <a:off x="-234719" y="6816147"/>
            <a:ext cx="29304069" cy="9226118"/>
            <a:chOff x="0" y="-47625"/>
            <a:chExt cx="3218728" cy="867524"/>
          </a:xfrm>
        </p:grpSpPr>
        <p:sp>
          <p:nvSpPr>
            <p:cNvPr id="98" name="Google Shape;98;p1"/>
            <p:cNvSpPr/>
            <p:nvPr/>
          </p:nvSpPr>
          <p:spPr>
            <a:xfrm>
              <a:off x="0" y="0"/>
              <a:ext cx="3218728" cy="819899"/>
            </a:xfrm>
            <a:custGeom>
              <a:avLst/>
              <a:gdLst/>
              <a:ahLst/>
              <a:cxnLst/>
              <a:rect l="l" t="t" r="r" b="b"/>
              <a:pathLst>
                <a:path w="3218728" h="819899" extrusionOk="0">
                  <a:moveTo>
                    <a:pt x="0" y="0"/>
                  </a:moveTo>
                  <a:lnTo>
                    <a:pt x="3218728" y="0"/>
                  </a:lnTo>
                  <a:lnTo>
                    <a:pt x="3218728" y="819899"/>
                  </a:lnTo>
                  <a:lnTo>
                    <a:pt x="0" y="819899"/>
                  </a:lnTo>
                  <a:close/>
                </a:path>
              </a:pathLst>
            </a:custGeom>
            <a:solidFill>
              <a:srgbClr val="07734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6769">
                <a:solidFill>
                  <a:schemeClr val="dk1"/>
                </a:solidFill>
                <a:latin typeface="Calibri"/>
                <a:ea typeface="Calibri"/>
                <a:cs typeface="Calibri"/>
                <a:sym typeface="Calibri"/>
              </a:endParaRPr>
            </a:p>
          </p:txBody>
        </p:sp>
        <p:sp>
          <p:nvSpPr>
            <p:cNvPr id="99" name="Google Shape;99;p1"/>
            <p:cNvSpPr txBox="1"/>
            <p:nvPr/>
          </p:nvSpPr>
          <p:spPr>
            <a:xfrm>
              <a:off x="0" y="-47625"/>
              <a:ext cx="3218728" cy="867524"/>
            </a:xfrm>
            <a:prstGeom prst="rect">
              <a:avLst/>
            </a:prstGeom>
            <a:noFill/>
            <a:ln>
              <a:noFill/>
            </a:ln>
          </p:spPr>
          <p:txBody>
            <a:bodyPr spcFirstLastPara="1" wrap="square" lIns="88925" tIns="88925" rIns="88925" bIns="88925" anchor="ctr" anchorCtr="0">
              <a:noAutofit/>
            </a:bodyPr>
            <a:lstStyle/>
            <a:p>
              <a:pPr marL="0" marR="0" lvl="0" indent="0" algn="ctr" rtl="0">
                <a:lnSpc>
                  <a:spcPct val="112217"/>
                </a:lnSpc>
                <a:spcBef>
                  <a:spcPts val="0"/>
                </a:spcBef>
                <a:spcAft>
                  <a:spcPts val="0"/>
                </a:spcAft>
                <a:buNone/>
              </a:pPr>
              <a:endParaRPr sz="6769">
                <a:solidFill>
                  <a:schemeClr val="dk1"/>
                </a:solidFill>
                <a:latin typeface="Calibri"/>
                <a:ea typeface="Calibri"/>
                <a:cs typeface="Calibri"/>
                <a:sym typeface="Calibri"/>
              </a:endParaRPr>
            </a:p>
          </p:txBody>
        </p:sp>
      </p:grpSp>
      <p:grpSp>
        <p:nvGrpSpPr>
          <p:cNvPr id="100" name="Google Shape;100;p1"/>
          <p:cNvGrpSpPr/>
          <p:nvPr/>
        </p:nvGrpSpPr>
        <p:grpSpPr>
          <a:xfrm>
            <a:off x="-234719" y="-573881"/>
            <a:ext cx="29324841" cy="9050021"/>
            <a:chOff x="0" y="-47625"/>
            <a:chExt cx="2755436" cy="850966"/>
          </a:xfrm>
        </p:grpSpPr>
        <p:sp>
          <p:nvSpPr>
            <p:cNvPr id="101" name="Google Shape;101;p1"/>
            <p:cNvSpPr/>
            <p:nvPr/>
          </p:nvSpPr>
          <p:spPr>
            <a:xfrm>
              <a:off x="0" y="0"/>
              <a:ext cx="2755436" cy="803341"/>
            </a:xfrm>
            <a:custGeom>
              <a:avLst/>
              <a:gdLst/>
              <a:ahLst/>
              <a:cxnLst/>
              <a:rect l="l" t="t" r="r" b="b"/>
              <a:pathLst>
                <a:path w="2755436" h="803341" extrusionOk="0">
                  <a:moveTo>
                    <a:pt x="0" y="0"/>
                  </a:moveTo>
                  <a:lnTo>
                    <a:pt x="2755436" y="0"/>
                  </a:lnTo>
                  <a:lnTo>
                    <a:pt x="2755436" y="803341"/>
                  </a:lnTo>
                  <a:lnTo>
                    <a:pt x="0" y="803341"/>
                  </a:lnTo>
                  <a:close/>
                </a:path>
              </a:pathLst>
            </a:custGeom>
            <a:solidFill>
              <a:srgbClr val="10E68E"/>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6769">
                <a:solidFill>
                  <a:schemeClr val="dk1"/>
                </a:solidFill>
                <a:latin typeface="Calibri"/>
                <a:ea typeface="Calibri"/>
                <a:cs typeface="Calibri"/>
                <a:sym typeface="Calibri"/>
              </a:endParaRPr>
            </a:p>
          </p:txBody>
        </p:sp>
        <p:sp>
          <p:nvSpPr>
            <p:cNvPr id="102" name="Google Shape;102;p1"/>
            <p:cNvSpPr txBox="1"/>
            <p:nvPr/>
          </p:nvSpPr>
          <p:spPr>
            <a:xfrm>
              <a:off x="0" y="-47625"/>
              <a:ext cx="2755436" cy="850966"/>
            </a:xfrm>
            <a:prstGeom prst="rect">
              <a:avLst/>
            </a:prstGeom>
            <a:noFill/>
            <a:ln>
              <a:noFill/>
            </a:ln>
          </p:spPr>
          <p:txBody>
            <a:bodyPr spcFirstLastPara="1" wrap="square" lIns="88925" tIns="88925" rIns="88925" bIns="88925" anchor="ctr" anchorCtr="0">
              <a:noAutofit/>
            </a:bodyPr>
            <a:lstStyle/>
            <a:p>
              <a:pPr marL="0" marR="0" lvl="0" indent="0" algn="ctr" rtl="0">
                <a:lnSpc>
                  <a:spcPct val="112217"/>
                </a:lnSpc>
                <a:spcBef>
                  <a:spcPts val="0"/>
                </a:spcBef>
                <a:spcAft>
                  <a:spcPts val="0"/>
                </a:spcAft>
                <a:buNone/>
              </a:pPr>
              <a:endParaRPr sz="6769">
                <a:solidFill>
                  <a:schemeClr val="dk1"/>
                </a:solidFill>
                <a:latin typeface="Calibri"/>
                <a:ea typeface="Calibri"/>
                <a:cs typeface="Calibri"/>
                <a:sym typeface="Calibri"/>
              </a:endParaRPr>
            </a:p>
          </p:txBody>
        </p:sp>
      </p:grpSp>
      <p:grpSp>
        <p:nvGrpSpPr>
          <p:cNvPr id="103" name="Google Shape;103;p1"/>
          <p:cNvGrpSpPr/>
          <p:nvPr/>
        </p:nvGrpSpPr>
        <p:grpSpPr>
          <a:xfrm rot="-5400000">
            <a:off x="11084396" y="13184457"/>
            <a:ext cx="20464104" cy="13034120"/>
            <a:chOff x="0" y="-47625"/>
            <a:chExt cx="1922704" cy="1224620"/>
          </a:xfrm>
        </p:grpSpPr>
        <p:sp>
          <p:nvSpPr>
            <p:cNvPr id="104" name="Google Shape;104;p1"/>
            <p:cNvSpPr/>
            <p:nvPr/>
          </p:nvSpPr>
          <p:spPr>
            <a:xfrm>
              <a:off x="0" y="0"/>
              <a:ext cx="1922704" cy="1176995"/>
            </a:xfrm>
            <a:custGeom>
              <a:avLst/>
              <a:gdLst/>
              <a:ahLst/>
              <a:cxnLst/>
              <a:rect l="l" t="t" r="r" b="b"/>
              <a:pathLst>
                <a:path w="1922704" h="1176995" extrusionOk="0">
                  <a:moveTo>
                    <a:pt x="0" y="0"/>
                  </a:moveTo>
                  <a:lnTo>
                    <a:pt x="1922704" y="0"/>
                  </a:lnTo>
                  <a:lnTo>
                    <a:pt x="1922704" y="1176995"/>
                  </a:lnTo>
                  <a:lnTo>
                    <a:pt x="0" y="1176995"/>
                  </a:lnTo>
                  <a:close/>
                </a:path>
              </a:pathLst>
            </a:custGeom>
            <a:solidFill>
              <a:srgbClr val="FFFFFF"/>
            </a:solidFill>
            <a:ln w="19050" cap="sq" cmpd="sng">
              <a:solidFill>
                <a:srgbClr val="000000"/>
              </a:solidFill>
              <a:prstDash val="solid"/>
              <a:miter lim="8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6769">
                <a:solidFill>
                  <a:schemeClr val="dk1"/>
                </a:solidFill>
                <a:latin typeface="Calibri"/>
                <a:ea typeface="Calibri"/>
                <a:cs typeface="Calibri"/>
                <a:sym typeface="Calibri"/>
              </a:endParaRPr>
            </a:p>
          </p:txBody>
        </p:sp>
        <p:sp>
          <p:nvSpPr>
            <p:cNvPr id="105" name="Google Shape;105;p1"/>
            <p:cNvSpPr txBox="1"/>
            <p:nvPr/>
          </p:nvSpPr>
          <p:spPr>
            <a:xfrm>
              <a:off x="0" y="-47625"/>
              <a:ext cx="1922704" cy="1224620"/>
            </a:xfrm>
            <a:prstGeom prst="rect">
              <a:avLst/>
            </a:prstGeom>
            <a:noFill/>
            <a:ln>
              <a:noFill/>
            </a:ln>
          </p:spPr>
          <p:txBody>
            <a:bodyPr spcFirstLastPara="1" wrap="square" lIns="89000" tIns="89000" rIns="89000" bIns="89000" anchor="ctr" anchorCtr="0">
              <a:noAutofit/>
            </a:bodyPr>
            <a:lstStyle/>
            <a:p>
              <a:pPr marL="0" marR="0" lvl="0" indent="0" algn="ctr" rtl="0">
                <a:lnSpc>
                  <a:spcPct val="112217"/>
                </a:lnSpc>
                <a:spcBef>
                  <a:spcPts val="0"/>
                </a:spcBef>
                <a:spcAft>
                  <a:spcPts val="0"/>
                </a:spcAft>
                <a:buNone/>
              </a:pPr>
              <a:endParaRPr sz="6769">
                <a:solidFill>
                  <a:schemeClr val="dk1"/>
                </a:solidFill>
                <a:latin typeface="Calibri"/>
                <a:ea typeface="Calibri"/>
                <a:cs typeface="Calibri"/>
                <a:sym typeface="Calibri"/>
              </a:endParaRPr>
            </a:p>
          </p:txBody>
        </p:sp>
      </p:grpSp>
      <p:grpSp>
        <p:nvGrpSpPr>
          <p:cNvPr id="106" name="Google Shape;106;p1"/>
          <p:cNvGrpSpPr/>
          <p:nvPr/>
        </p:nvGrpSpPr>
        <p:grpSpPr>
          <a:xfrm>
            <a:off x="927180" y="30011217"/>
            <a:ext cx="13848538" cy="9234980"/>
            <a:chOff x="0" y="-47625"/>
            <a:chExt cx="1302166" cy="868357"/>
          </a:xfrm>
        </p:grpSpPr>
        <p:sp>
          <p:nvSpPr>
            <p:cNvPr id="107" name="Google Shape;107;p1"/>
            <p:cNvSpPr/>
            <p:nvPr/>
          </p:nvSpPr>
          <p:spPr>
            <a:xfrm>
              <a:off x="0" y="0"/>
              <a:ext cx="1302166" cy="820732"/>
            </a:xfrm>
            <a:custGeom>
              <a:avLst/>
              <a:gdLst/>
              <a:ahLst/>
              <a:cxnLst/>
              <a:rect l="l" t="t" r="r" b="b"/>
              <a:pathLst>
                <a:path w="1302166" h="820732" extrusionOk="0">
                  <a:moveTo>
                    <a:pt x="0" y="0"/>
                  </a:moveTo>
                  <a:lnTo>
                    <a:pt x="1302166" y="0"/>
                  </a:lnTo>
                  <a:lnTo>
                    <a:pt x="1302166" y="820732"/>
                  </a:lnTo>
                  <a:lnTo>
                    <a:pt x="0" y="820732"/>
                  </a:lnTo>
                  <a:close/>
                </a:path>
              </a:pathLst>
            </a:custGeom>
            <a:solidFill>
              <a:srgbClr val="FFFFFF"/>
            </a:solidFill>
            <a:ln w="19050" cap="sq" cmpd="sng">
              <a:solidFill>
                <a:srgbClr val="000000"/>
              </a:solidFill>
              <a:prstDash val="solid"/>
              <a:miter lim="8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6769">
                <a:solidFill>
                  <a:schemeClr val="dk1"/>
                </a:solidFill>
                <a:latin typeface="Calibri"/>
                <a:ea typeface="Calibri"/>
                <a:cs typeface="Calibri"/>
                <a:sym typeface="Calibri"/>
              </a:endParaRPr>
            </a:p>
          </p:txBody>
        </p:sp>
        <p:sp>
          <p:nvSpPr>
            <p:cNvPr id="108" name="Google Shape;108;p1"/>
            <p:cNvSpPr txBox="1"/>
            <p:nvPr/>
          </p:nvSpPr>
          <p:spPr>
            <a:xfrm>
              <a:off x="0" y="-47625"/>
              <a:ext cx="1302166" cy="868357"/>
            </a:xfrm>
            <a:prstGeom prst="rect">
              <a:avLst/>
            </a:prstGeom>
            <a:noFill/>
            <a:ln>
              <a:noFill/>
            </a:ln>
          </p:spPr>
          <p:txBody>
            <a:bodyPr spcFirstLastPara="1" wrap="square" lIns="88925" tIns="88925" rIns="88925" bIns="88925" anchor="ctr" anchorCtr="0">
              <a:noAutofit/>
            </a:bodyPr>
            <a:lstStyle/>
            <a:p>
              <a:pPr marL="0" marR="0" lvl="0" indent="0" algn="ctr" rtl="0">
                <a:lnSpc>
                  <a:spcPct val="112217"/>
                </a:lnSpc>
                <a:spcBef>
                  <a:spcPts val="0"/>
                </a:spcBef>
                <a:spcAft>
                  <a:spcPts val="0"/>
                </a:spcAft>
                <a:buNone/>
              </a:pPr>
              <a:endParaRPr sz="6769">
                <a:solidFill>
                  <a:schemeClr val="dk1"/>
                </a:solidFill>
                <a:latin typeface="Calibri"/>
                <a:ea typeface="Calibri"/>
                <a:cs typeface="Calibri"/>
                <a:sym typeface="Calibri"/>
              </a:endParaRPr>
            </a:p>
          </p:txBody>
        </p:sp>
      </p:grpSp>
      <p:grpSp>
        <p:nvGrpSpPr>
          <p:cNvPr id="109" name="Google Shape;109;p1"/>
          <p:cNvGrpSpPr/>
          <p:nvPr/>
        </p:nvGrpSpPr>
        <p:grpSpPr>
          <a:xfrm>
            <a:off x="15403306" y="30138544"/>
            <a:ext cx="12527228" cy="8125799"/>
            <a:chOff x="0" y="-314078"/>
            <a:chExt cx="8764870" cy="5685342"/>
          </a:xfrm>
        </p:grpSpPr>
        <p:grpSp>
          <p:nvGrpSpPr>
            <p:cNvPr id="110" name="Google Shape;110;p1"/>
            <p:cNvGrpSpPr/>
            <p:nvPr/>
          </p:nvGrpSpPr>
          <p:grpSpPr>
            <a:xfrm>
              <a:off x="0" y="-314078"/>
              <a:ext cx="8764870" cy="5685342"/>
              <a:chOff x="0" y="-47625"/>
              <a:chExt cx="1329056" cy="862094"/>
            </a:xfrm>
          </p:grpSpPr>
          <p:sp>
            <p:nvSpPr>
              <p:cNvPr id="111" name="Google Shape;111;p1"/>
              <p:cNvSpPr/>
              <p:nvPr/>
            </p:nvSpPr>
            <p:spPr>
              <a:xfrm>
                <a:off x="0" y="0"/>
                <a:ext cx="1329056" cy="814469"/>
              </a:xfrm>
              <a:custGeom>
                <a:avLst/>
                <a:gdLst/>
                <a:ahLst/>
                <a:cxnLst/>
                <a:rect l="l" t="t" r="r" b="b"/>
                <a:pathLst>
                  <a:path w="1329056" h="814469" extrusionOk="0">
                    <a:moveTo>
                      <a:pt x="0" y="0"/>
                    </a:moveTo>
                    <a:lnTo>
                      <a:pt x="1329056" y="0"/>
                    </a:lnTo>
                    <a:lnTo>
                      <a:pt x="1329056" y="814469"/>
                    </a:lnTo>
                    <a:lnTo>
                      <a:pt x="0" y="814469"/>
                    </a:lnTo>
                    <a:close/>
                  </a:path>
                </a:pathLst>
              </a:custGeom>
              <a:solidFill>
                <a:srgbClr val="FFFFFF"/>
              </a:solidFill>
              <a:ln w="19050" cap="sq" cmpd="sng">
                <a:solidFill>
                  <a:srgbClr val="000000"/>
                </a:solidFill>
                <a:prstDash val="solid"/>
                <a:miter lim="8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6769">
                  <a:solidFill>
                    <a:schemeClr val="dk1"/>
                  </a:solidFill>
                  <a:latin typeface="Calibri"/>
                  <a:ea typeface="Calibri"/>
                  <a:cs typeface="Calibri"/>
                  <a:sym typeface="Calibri"/>
                </a:endParaRPr>
              </a:p>
            </p:txBody>
          </p:sp>
          <p:sp>
            <p:nvSpPr>
              <p:cNvPr id="112" name="Google Shape;112;p1"/>
              <p:cNvSpPr txBox="1"/>
              <p:nvPr/>
            </p:nvSpPr>
            <p:spPr>
              <a:xfrm>
                <a:off x="0" y="-47625"/>
                <a:ext cx="1329056" cy="862094"/>
              </a:xfrm>
              <a:prstGeom prst="rect">
                <a:avLst/>
              </a:prstGeom>
              <a:noFill/>
              <a:ln>
                <a:noFill/>
              </a:ln>
            </p:spPr>
            <p:txBody>
              <a:bodyPr spcFirstLastPara="1" wrap="square" lIns="96800" tIns="96800" rIns="96800" bIns="96800" anchor="ctr" anchorCtr="0">
                <a:noAutofit/>
              </a:bodyPr>
              <a:lstStyle/>
              <a:p>
                <a:pPr marL="0" marR="0" lvl="0" indent="0" algn="ctr" rtl="0">
                  <a:lnSpc>
                    <a:spcPct val="112217"/>
                  </a:lnSpc>
                  <a:spcBef>
                    <a:spcPts val="0"/>
                  </a:spcBef>
                  <a:spcAft>
                    <a:spcPts val="0"/>
                  </a:spcAft>
                  <a:buNone/>
                </a:pPr>
                <a:endParaRPr sz="6769">
                  <a:solidFill>
                    <a:schemeClr val="dk1"/>
                  </a:solidFill>
                  <a:latin typeface="Calibri"/>
                  <a:ea typeface="Calibri"/>
                  <a:cs typeface="Calibri"/>
                  <a:sym typeface="Calibri"/>
                </a:endParaRPr>
              </a:p>
            </p:txBody>
          </p:sp>
        </p:grpSp>
        <p:sp>
          <p:nvSpPr>
            <p:cNvPr id="113" name="Google Shape;113;p1"/>
            <p:cNvSpPr txBox="1"/>
            <p:nvPr/>
          </p:nvSpPr>
          <p:spPr>
            <a:xfrm>
              <a:off x="1064599" y="235141"/>
              <a:ext cx="6635674" cy="433329"/>
            </a:xfrm>
            <a:prstGeom prst="rect">
              <a:avLst/>
            </a:prstGeom>
            <a:noFill/>
            <a:ln>
              <a:noFill/>
            </a:ln>
          </p:spPr>
          <p:txBody>
            <a:bodyPr spcFirstLastPara="1" wrap="square" lIns="0" tIns="0" rIns="0" bIns="0" anchor="t" anchorCtr="0">
              <a:spAutoFit/>
            </a:bodyPr>
            <a:lstStyle/>
            <a:p>
              <a:pPr marL="0" marR="0" lvl="0" indent="0" algn="ctr" rtl="0">
                <a:lnSpc>
                  <a:spcPct val="101007"/>
                </a:lnSpc>
                <a:spcBef>
                  <a:spcPts val="0"/>
                </a:spcBef>
                <a:spcAft>
                  <a:spcPts val="0"/>
                </a:spcAft>
                <a:buNone/>
              </a:pPr>
              <a:r>
                <a:rPr lang="en-US" sz="4762" b="1">
                  <a:solidFill>
                    <a:srgbClr val="000000"/>
                  </a:solidFill>
                  <a:latin typeface="Open Sans"/>
                  <a:ea typeface="Open Sans"/>
                  <a:cs typeface="Open Sans"/>
                  <a:sym typeface="Open Sans"/>
                </a:rPr>
                <a:t>REFERÊNCIAS</a:t>
              </a:r>
              <a:endParaRPr/>
            </a:p>
          </p:txBody>
        </p:sp>
      </p:grpSp>
      <p:sp>
        <p:nvSpPr>
          <p:cNvPr id="114" name="Google Shape;114;p1"/>
          <p:cNvSpPr/>
          <p:nvPr/>
        </p:nvSpPr>
        <p:spPr>
          <a:xfrm>
            <a:off x="-916543" y="1525353"/>
            <a:ext cx="8571184" cy="2454222"/>
          </a:xfrm>
          <a:custGeom>
            <a:avLst/>
            <a:gdLst/>
            <a:ahLst/>
            <a:cxnLst/>
            <a:rect l="l" t="t" r="r" b="b"/>
            <a:pathLst>
              <a:path w="4497722" h="1287851" extrusionOk="0">
                <a:moveTo>
                  <a:pt x="0" y="0"/>
                </a:moveTo>
                <a:lnTo>
                  <a:pt x="4497722" y="0"/>
                </a:lnTo>
                <a:lnTo>
                  <a:pt x="4497722" y="1287851"/>
                </a:lnTo>
                <a:lnTo>
                  <a:pt x="0" y="1287851"/>
                </a:lnTo>
                <a:lnTo>
                  <a:pt x="0" y="0"/>
                </a:lnTo>
                <a:close/>
              </a:path>
            </a:pathLst>
          </a:custGeom>
          <a:blipFill rotWithShape="1">
            <a:blip r:embed="rId4">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6769">
              <a:solidFill>
                <a:schemeClr val="dk1"/>
              </a:solidFill>
              <a:latin typeface="Calibri"/>
              <a:ea typeface="Calibri"/>
              <a:cs typeface="Calibri"/>
              <a:sym typeface="Calibri"/>
            </a:endParaRPr>
          </a:p>
        </p:txBody>
      </p:sp>
      <p:sp>
        <p:nvSpPr>
          <p:cNvPr id="115" name="Google Shape;115;p1"/>
          <p:cNvSpPr/>
          <p:nvPr/>
        </p:nvSpPr>
        <p:spPr>
          <a:xfrm>
            <a:off x="3163237" y="-4997460"/>
            <a:ext cx="22769151" cy="14311010"/>
          </a:xfrm>
          <a:custGeom>
            <a:avLst/>
            <a:gdLst/>
            <a:ahLst/>
            <a:cxnLst/>
            <a:rect l="l" t="t" r="r" b="b"/>
            <a:pathLst>
              <a:path w="11948094" h="7509691" extrusionOk="0">
                <a:moveTo>
                  <a:pt x="0" y="0"/>
                </a:moveTo>
                <a:lnTo>
                  <a:pt x="11948094" y="0"/>
                </a:lnTo>
                <a:lnTo>
                  <a:pt x="11948094" y="7509691"/>
                </a:lnTo>
                <a:lnTo>
                  <a:pt x="0" y="7509691"/>
                </a:lnTo>
                <a:lnTo>
                  <a:pt x="0" y="0"/>
                </a:lnTo>
                <a:close/>
              </a:path>
            </a:pathLst>
          </a:custGeom>
          <a:blipFill rotWithShape="1">
            <a:blip r:embed="rId3">
              <a:alphaModFix/>
            </a:blip>
            <a:stretch>
              <a:fillRect b="-48958"/>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6769">
              <a:solidFill>
                <a:schemeClr val="dk1"/>
              </a:solidFill>
              <a:latin typeface="Calibri"/>
              <a:ea typeface="Calibri"/>
              <a:cs typeface="Calibri"/>
              <a:sym typeface="Calibri"/>
            </a:endParaRPr>
          </a:p>
        </p:txBody>
      </p:sp>
      <p:sp>
        <p:nvSpPr>
          <p:cNvPr id="116" name="Google Shape;116;p1"/>
          <p:cNvSpPr/>
          <p:nvPr/>
        </p:nvSpPr>
        <p:spPr>
          <a:xfrm>
            <a:off x="21014306" y="1712017"/>
            <a:ext cx="7228385" cy="2335060"/>
          </a:xfrm>
          <a:custGeom>
            <a:avLst/>
            <a:gdLst/>
            <a:ahLst/>
            <a:cxnLst/>
            <a:rect l="l" t="t" r="r" b="b"/>
            <a:pathLst>
              <a:path w="3793089" h="1225321" extrusionOk="0">
                <a:moveTo>
                  <a:pt x="0" y="0"/>
                </a:moveTo>
                <a:lnTo>
                  <a:pt x="3793089" y="0"/>
                </a:lnTo>
                <a:lnTo>
                  <a:pt x="3793089" y="1225321"/>
                </a:lnTo>
                <a:lnTo>
                  <a:pt x="0" y="1225321"/>
                </a:lnTo>
                <a:lnTo>
                  <a:pt x="0" y="0"/>
                </a:lnTo>
                <a:close/>
              </a:path>
            </a:pathLst>
          </a:custGeom>
          <a:blipFill rotWithShape="1">
            <a:blip r:embed="rId5">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6769">
              <a:solidFill>
                <a:schemeClr val="dk1"/>
              </a:solidFill>
              <a:latin typeface="Calibri"/>
              <a:ea typeface="Calibri"/>
              <a:cs typeface="Calibri"/>
              <a:sym typeface="Calibri"/>
            </a:endParaRPr>
          </a:p>
        </p:txBody>
      </p:sp>
      <p:sp>
        <p:nvSpPr>
          <p:cNvPr id="118" name="Google Shape;118;p1"/>
          <p:cNvSpPr txBox="1"/>
          <p:nvPr/>
        </p:nvSpPr>
        <p:spPr>
          <a:xfrm>
            <a:off x="5432058" y="12099877"/>
            <a:ext cx="4989818" cy="658642"/>
          </a:xfrm>
          <a:prstGeom prst="rect">
            <a:avLst/>
          </a:prstGeom>
          <a:noFill/>
          <a:ln>
            <a:noFill/>
          </a:ln>
        </p:spPr>
        <p:txBody>
          <a:bodyPr spcFirstLastPara="1" wrap="square" lIns="0" tIns="0" rIns="0" bIns="0" anchor="t" anchorCtr="0">
            <a:spAutoFit/>
          </a:bodyPr>
          <a:lstStyle/>
          <a:p>
            <a:pPr marL="0" marR="0" lvl="0" indent="0" algn="ctr" rtl="0">
              <a:lnSpc>
                <a:spcPct val="100965"/>
              </a:lnSpc>
              <a:spcBef>
                <a:spcPts val="0"/>
              </a:spcBef>
              <a:spcAft>
                <a:spcPts val="0"/>
              </a:spcAft>
              <a:buNone/>
            </a:pPr>
            <a:r>
              <a:rPr lang="en-US" sz="5077" b="1">
                <a:solidFill>
                  <a:srgbClr val="000000"/>
                </a:solidFill>
                <a:latin typeface="Open Sans"/>
                <a:ea typeface="Open Sans"/>
                <a:cs typeface="Open Sans"/>
                <a:sym typeface="Open Sans"/>
              </a:rPr>
              <a:t>INTRODUÇÃO</a:t>
            </a:r>
            <a:endParaRPr/>
          </a:p>
        </p:txBody>
      </p:sp>
      <p:grpSp>
        <p:nvGrpSpPr>
          <p:cNvPr id="119" name="Google Shape;119;p1"/>
          <p:cNvGrpSpPr/>
          <p:nvPr/>
        </p:nvGrpSpPr>
        <p:grpSpPr>
          <a:xfrm rot="-5400000">
            <a:off x="2494601" y="7477176"/>
            <a:ext cx="10206805" cy="14355430"/>
            <a:chOff x="0" y="-47625"/>
            <a:chExt cx="958980" cy="1348764"/>
          </a:xfrm>
        </p:grpSpPr>
        <p:sp>
          <p:nvSpPr>
            <p:cNvPr id="120" name="Google Shape;120;p1"/>
            <p:cNvSpPr/>
            <p:nvPr/>
          </p:nvSpPr>
          <p:spPr>
            <a:xfrm>
              <a:off x="0" y="0"/>
              <a:ext cx="958980" cy="1301139"/>
            </a:xfrm>
            <a:custGeom>
              <a:avLst/>
              <a:gdLst/>
              <a:ahLst/>
              <a:cxnLst/>
              <a:rect l="l" t="t" r="r" b="b"/>
              <a:pathLst>
                <a:path w="958980" h="1301139" extrusionOk="0">
                  <a:moveTo>
                    <a:pt x="0" y="0"/>
                  </a:moveTo>
                  <a:lnTo>
                    <a:pt x="958980" y="0"/>
                  </a:lnTo>
                  <a:lnTo>
                    <a:pt x="958980" y="1301139"/>
                  </a:lnTo>
                  <a:lnTo>
                    <a:pt x="0" y="1301139"/>
                  </a:lnTo>
                  <a:close/>
                </a:path>
              </a:pathLst>
            </a:custGeom>
            <a:solidFill>
              <a:srgbClr val="FFFFFF"/>
            </a:solidFill>
            <a:ln w="19050" cap="sq" cmpd="sng">
              <a:solidFill>
                <a:srgbClr val="000000"/>
              </a:solidFill>
              <a:prstDash val="solid"/>
              <a:miter lim="8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6769">
                <a:solidFill>
                  <a:schemeClr val="dk1"/>
                </a:solidFill>
                <a:latin typeface="Calibri"/>
                <a:ea typeface="Calibri"/>
                <a:cs typeface="Calibri"/>
                <a:sym typeface="Calibri"/>
              </a:endParaRPr>
            </a:p>
          </p:txBody>
        </p:sp>
        <p:sp>
          <p:nvSpPr>
            <p:cNvPr id="121" name="Google Shape;121;p1"/>
            <p:cNvSpPr txBox="1"/>
            <p:nvPr/>
          </p:nvSpPr>
          <p:spPr>
            <a:xfrm>
              <a:off x="0" y="-47625"/>
              <a:ext cx="958980" cy="1348764"/>
            </a:xfrm>
            <a:prstGeom prst="rect">
              <a:avLst/>
            </a:prstGeom>
            <a:noFill/>
            <a:ln>
              <a:noFill/>
            </a:ln>
          </p:spPr>
          <p:txBody>
            <a:bodyPr spcFirstLastPara="1" wrap="square" lIns="89000" tIns="89000" rIns="89000" bIns="89000" anchor="ctr" anchorCtr="0">
              <a:noAutofit/>
            </a:bodyPr>
            <a:lstStyle/>
            <a:p>
              <a:pPr marL="0" marR="0" lvl="0" indent="0" algn="ctr" rtl="0">
                <a:lnSpc>
                  <a:spcPct val="112217"/>
                </a:lnSpc>
                <a:spcBef>
                  <a:spcPts val="0"/>
                </a:spcBef>
                <a:spcAft>
                  <a:spcPts val="0"/>
                </a:spcAft>
                <a:buNone/>
              </a:pPr>
              <a:endParaRPr sz="6769">
                <a:solidFill>
                  <a:schemeClr val="dk1"/>
                </a:solidFill>
                <a:latin typeface="Calibri"/>
                <a:ea typeface="Calibri"/>
                <a:cs typeface="Calibri"/>
                <a:sym typeface="Calibri"/>
              </a:endParaRPr>
            </a:p>
          </p:txBody>
        </p:sp>
      </p:grpSp>
      <p:grpSp>
        <p:nvGrpSpPr>
          <p:cNvPr id="122" name="Google Shape;122;p1"/>
          <p:cNvGrpSpPr/>
          <p:nvPr/>
        </p:nvGrpSpPr>
        <p:grpSpPr>
          <a:xfrm rot="-5400000">
            <a:off x="2616002" y="17805386"/>
            <a:ext cx="9963998" cy="14355430"/>
            <a:chOff x="0" y="-47625"/>
            <a:chExt cx="936167" cy="1348764"/>
          </a:xfrm>
        </p:grpSpPr>
        <p:sp>
          <p:nvSpPr>
            <p:cNvPr id="123" name="Google Shape;123;p1"/>
            <p:cNvSpPr/>
            <p:nvPr/>
          </p:nvSpPr>
          <p:spPr>
            <a:xfrm>
              <a:off x="0" y="0"/>
              <a:ext cx="936167" cy="1301139"/>
            </a:xfrm>
            <a:custGeom>
              <a:avLst/>
              <a:gdLst/>
              <a:ahLst/>
              <a:cxnLst/>
              <a:rect l="l" t="t" r="r" b="b"/>
              <a:pathLst>
                <a:path w="936167" h="1301139" extrusionOk="0">
                  <a:moveTo>
                    <a:pt x="0" y="0"/>
                  </a:moveTo>
                  <a:lnTo>
                    <a:pt x="936167" y="0"/>
                  </a:lnTo>
                  <a:lnTo>
                    <a:pt x="936167" y="1301139"/>
                  </a:lnTo>
                  <a:lnTo>
                    <a:pt x="0" y="1301139"/>
                  </a:lnTo>
                  <a:close/>
                </a:path>
              </a:pathLst>
            </a:custGeom>
            <a:solidFill>
              <a:srgbClr val="FFFFFF"/>
            </a:solidFill>
            <a:ln w="19050" cap="sq" cmpd="sng">
              <a:solidFill>
                <a:srgbClr val="000000"/>
              </a:solidFill>
              <a:prstDash val="solid"/>
              <a:miter lim="8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6769">
                <a:solidFill>
                  <a:schemeClr val="dk1"/>
                </a:solidFill>
                <a:latin typeface="Calibri"/>
                <a:ea typeface="Calibri"/>
                <a:cs typeface="Calibri"/>
                <a:sym typeface="Calibri"/>
              </a:endParaRPr>
            </a:p>
          </p:txBody>
        </p:sp>
        <p:sp>
          <p:nvSpPr>
            <p:cNvPr id="124" name="Google Shape;124;p1"/>
            <p:cNvSpPr txBox="1"/>
            <p:nvPr/>
          </p:nvSpPr>
          <p:spPr>
            <a:xfrm>
              <a:off x="0" y="-47625"/>
              <a:ext cx="936167" cy="1348764"/>
            </a:xfrm>
            <a:prstGeom prst="rect">
              <a:avLst/>
            </a:prstGeom>
            <a:noFill/>
            <a:ln>
              <a:noFill/>
            </a:ln>
          </p:spPr>
          <p:txBody>
            <a:bodyPr spcFirstLastPara="1" wrap="square" lIns="89000" tIns="89000" rIns="89000" bIns="89000" anchor="ctr" anchorCtr="0">
              <a:noAutofit/>
            </a:bodyPr>
            <a:lstStyle/>
            <a:p>
              <a:pPr marL="0" marR="0" lvl="0" indent="0" algn="ctr" rtl="0">
                <a:lnSpc>
                  <a:spcPct val="112217"/>
                </a:lnSpc>
                <a:spcBef>
                  <a:spcPts val="0"/>
                </a:spcBef>
                <a:spcAft>
                  <a:spcPts val="0"/>
                </a:spcAft>
                <a:buNone/>
              </a:pPr>
              <a:endParaRPr sz="6769">
                <a:solidFill>
                  <a:schemeClr val="dk1"/>
                </a:solidFill>
                <a:latin typeface="Calibri"/>
                <a:ea typeface="Calibri"/>
                <a:cs typeface="Calibri"/>
                <a:sym typeface="Calibri"/>
              </a:endParaRPr>
            </a:p>
          </p:txBody>
        </p:sp>
      </p:grpSp>
      <p:sp>
        <p:nvSpPr>
          <p:cNvPr id="125" name="Google Shape;125;p1"/>
          <p:cNvSpPr/>
          <p:nvPr/>
        </p:nvSpPr>
        <p:spPr>
          <a:xfrm>
            <a:off x="22527251" y="36801439"/>
            <a:ext cx="5609093" cy="5642282"/>
          </a:xfrm>
          <a:custGeom>
            <a:avLst/>
            <a:gdLst/>
            <a:ahLst/>
            <a:cxnLst/>
            <a:rect l="l" t="t" r="r" b="b"/>
            <a:pathLst>
              <a:path w="2943367" h="2960783" extrusionOk="0">
                <a:moveTo>
                  <a:pt x="0" y="0"/>
                </a:moveTo>
                <a:lnTo>
                  <a:pt x="2943367" y="0"/>
                </a:lnTo>
                <a:lnTo>
                  <a:pt x="2943367" y="2960784"/>
                </a:lnTo>
                <a:lnTo>
                  <a:pt x="0" y="2960784"/>
                </a:lnTo>
                <a:lnTo>
                  <a:pt x="0" y="0"/>
                </a:lnTo>
                <a:close/>
              </a:path>
            </a:pathLst>
          </a:custGeom>
          <a:blipFill rotWithShape="1">
            <a:blip r:embed="rId6">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6769">
              <a:solidFill>
                <a:schemeClr val="dk1"/>
              </a:solidFill>
              <a:latin typeface="Calibri"/>
              <a:ea typeface="Calibri"/>
              <a:cs typeface="Calibri"/>
              <a:sym typeface="Calibri"/>
            </a:endParaRPr>
          </a:p>
        </p:txBody>
      </p:sp>
      <p:sp>
        <p:nvSpPr>
          <p:cNvPr id="126" name="Google Shape;126;p1"/>
          <p:cNvSpPr txBox="1"/>
          <p:nvPr/>
        </p:nvSpPr>
        <p:spPr>
          <a:xfrm>
            <a:off x="-1" y="4700167"/>
            <a:ext cx="28813765" cy="1777153"/>
          </a:xfrm>
          <a:prstGeom prst="rect">
            <a:avLst/>
          </a:prstGeom>
          <a:noFill/>
          <a:ln>
            <a:noFill/>
          </a:ln>
        </p:spPr>
        <p:txBody>
          <a:bodyPr spcFirstLastPara="1" wrap="square" lIns="0" tIns="0" rIns="0" bIns="0" anchor="t" anchorCtr="0">
            <a:spAutoFit/>
          </a:bodyPr>
          <a:lstStyle/>
          <a:p>
            <a:pPr marL="0" marR="0" lvl="0" indent="0" algn="ctr" rtl="0">
              <a:lnSpc>
                <a:spcPct val="101005"/>
              </a:lnSpc>
              <a:spcBef>
                <a:spcPts val="0"/>
              </a:spcBef>
              <a:spcAft>
                <a:spcPts val="0"/>
              </a:spcAft>
              <a:buNone/>
            </a:pPr>
            <a:r>
              <a:rPr lang="en-US" sz="11434" b="1" dirty="0">
                <a:solidFill>
                  <a:srgbClr val="000000"/>
                </a:solidFill>
                <a:latin typeface="Open Sans"/>
                <a:ea typeface="Open Sans"/>
                <a:cs typeface="Open Sans"/>
                <a:sym typeface="Open Sans"/>
              </a:rPr>
              <a:t>MEGAVISION – LIDERANÇAS EMPÁTICAS</a:t>
            </a:r>
            <a:endParaRPr dirty="0"/>
          </a:p>
        </p:txBody>
      </p:sp>
      <p:sp>
        <p:nvSpPr>
          <p:cNvPr id="127" name="Google Shape;127;p1"/>
          <p:cNvSpPr txBox="1"/>
          <p:nvPr/>
        </p:nvSpPr>
        <p:spPr>
          <a:xfrm>
            <a:off x="927178" y="6355587"/>
            <a:ext cx="27003356" cy="1486561"/>
          </a:xfrm>
          <a:prstGeom prst="rect">
            <a:avLst/>
          </a:prstGeom>
          <a:noFill/>
          <a:ln>
            <a:noFill/>
          </a:ln>
        </p:spPr>
        <p:txBody>
          <a:bodyPr spcFirstLastPara="1" wrap="square" lIns="0" tIns="0" rIns="0" bIns="0" anchor="t" anchorCtr="0">
            <a:spAutoFit/>
          </a:bodyPr>
          <a:lstStyle/>
          <a:p>
            <a:pPr marL="0" marR="0" lvl="0" indent="0" algn="ctr" rtl="0">
              <a:lnSpc>
                <a:spcPct val="140025"/>
              </a:lnSpc>
              <a:spcBef>
                <a:spcPts val="0"/>
              </a:spcBef>
              <a:spcAft>
                <a:spcPts val="0"/>
              </a:spcAft>
              <a:buNone/>
            </a:pPr>
            <a:r>
              <a:rPr lang="pt-BR" sz="4000" b="1" dirty="0">
                <a:solidFill>
                  <a:srgbClr val="000000"/>
                </a:solidFill>
                <a:latin typeface="Open Sans"/>
                <a:ea typeface="Open Sans"/>
                <a:cs typeface="Open Sans"/>
                <a:sym typeface="Open Sans"/>
              </a:rPr>
              <a:t>Lucas Oliveira, Matheus Rossaneze, Pedro Schaurich Maia, Phelipe </a:t>
            </a:r>
            <a:r>
              <a:rPr lang="pt-BR" sz="4000" b="1" dirty="0" err="1">
                <a:solidFill>
                  <a:srgbClr val="000000"/>
                </a:solidFill>
                <a:latin typeface="Open Sans"/>
                <a:ea typeface="Open Sans"/>
                <a:cs typeface="Open Sans"/>
                <a:sym typeface="Open Sans"/>
              </a:rPr>
              <a:t>Antonio</a:t>
            </a:r>
            <a:endParaRPr sz="4000" dirty="0"/>
          </a:p>
          <a:p>
            <a:pPr marL="0" marR="0" lvl="0" indent="0" algn="ctr" rtl="0">
              <a:lnSpc>
                <a:spcPct val="140025"/>
              </a:lnSpc>
              <a:spcBef>
                <a:spcPts val="0"/>
              </a:spcBef>
              <a:spcAft>
                <a:spcPts val="0"/>
              </a:spcAft>
              <a:buNone/>
            </a:pPr>
            <a:r>
              <a:rPr lang="en-US" sz="2800" b="1" dirty="0">
                <a:solidFill>
                  <a:srgbClr val="000000"/>
                </a:solidFill>
                <a:latin typeface="Open Sans"/>
                <a:ea typeface="Open Sans"/>
                <a:cs typeface="Open Sans"/>
                <a:sym typeface="Open Sans"/>
              </a:rPr>
              <a:t>Orientadores: </a:t>
            </a:r>
            <a:r>
              <a:rPr lang="en-US" sz="2800" dirty="0">
                <a:solidFill>
                  <a:srgbClr val="000000"/>
                </a:solidFill>
                <a:latin typeface="Open Sans"/>
                <a:ea typeface="Open Sans"/>
                <a:cs typeface="Open Sans"/>
                <a:sym typeface="Open Sans"/>
              </a:rPr>
              <a:t>Marcos Minoru Nakatsugawa, Rafael Diogo Rossetti, Rodnil da Silva Moreira Lisboa, Rodrigo da Rosa, Victor Bruno Alexander Rosetti de Quiroz</a:t>
            </a:r>
            <a:endParaRPr sz="2800" dirty="0"/>
          </a:p>
        </p:txBody>
      </p:sp>
      <p:sp>
        <p:nvSpPr>
          <p:cNvPr id="128" name="Google Shape;128;p1"/>
          <p:cNvSpPr txBox="1"/>
          <p:nvPr/>
        </p:nvSpPr>
        <p:spPr>
          <a:xfrm>
            <a:off x="15353293" y="15839628"/>
            <a:ext cx="12433206" cy="533095"/>
          </a:xfrm>
          <a:prstGeom prst="rect">
            <a:avLst/>
          </a:prstGeom>
          <a:noFill/>
          <a:ln>
            <a:noFill/>
          </a:ln>
        </p:spPr>
        <p:txBody>
          <a:bodyPr spcFirstLastPara="1" wrap="square" lIns="0" tIns="0" rIns="0" bIns="0" anchor="t" anchorCtr="0">
            <a:spAutoFit/>
          </a:bodyPr>
          <a:lstStyle/>
          <a:p>
            <a:pPr marL="0" marR="0" lvl="0" indent="0" algn="ctr" rtl="0">
              <a:lnSpc>
                <a:spcPct val="101020"/>
              </a:lnSpc>
              <a:spcBef>
                <a:spcPts val="0"/>
              </a:spcBef>
              <a:spcAft>
                <a:spcPts val="0"/>
              </a:spcAft>
              <a:buNone/>
            </a:pPr>
            <a:r>
              <a:rPr lang="pt-BR" sz="3430" dirty="0">
                <a:latin typeface="Inter"/>
                <a:ea typeface="Inter"/>
                <a:sym typeface="Inter"/>
              </a:rPr>
              <a:t>1. Página de Dashboard</a:t>
            </a:r>
            <a:endParaRPr dirty="0"/>
          </a:p>
        </p:txBody>
      </p:sp>
      <p:sp>
        <p:nvSpPr>
          <p:cNvPr id="129" name="Google Shape;129;p1"/>
          <p:cNvSpPr txBox="1"/>
          <p:nvPr/>
        </p:nvSpPr>
        <p:spPr>
          <a:xfrm>
            <a:off x="15353293" y="23110704"/>
            <a:ext cx="12433206" cy="533095"/>
          </a:xfrm>
          <a:prstGeom prst="rect">
            <a:avLst/>
          </a:prstGeom>
          <a:noFill/>
          <a:ln>
            <a:noFill/>
          </a:ln>
        </p:spPr>
        <p:txBody>
          <a:bodyPr spcFirstLastPara="1" wrap="square" lIns="0" tIns="0" rIns="0" bIns="0" anchor="t" anchorCtr="0">
            <a:spAutoFit/>
          </a:bodyPr>
          <a:lstStyle/>
          <a:p>
            <a:pPr marL="0" marR="0" lvl="0" indent="0" algn="ctr" rtl="0">
              <a:lnSpc>
                <a:spcPct val="101020"/>
              </a:lnSpc>
              <a:spcBef>
                <a:spcPts val="0"/>
              </a:spcBef>
              <a:spcAft>
                <a:spcPts val="0"/>
              </a:spcAft>
              <a:buNone/>
            </a:pPr>
            <a:r>
              <a:rPr lang="en-US" sz="3430" dirty="0">
                <a:solidFill>
                  <a:srgbClr val="000000"/>
                </a:solidFill>
                <a:latin typeface="Inter"/>
                <a:ea typeface="Inter"/>
                <a:cs typeface="Inter"/>
                <a:sym typeface="Inter"/>
              </a:rPr>
              <a:t>Fonte: </a:t>
            </a:r>
            <a:r>
              <a:rPr lang="en-US" sz="3430" dirty="0" err="1">
                <a:solidFill>
                  <a:srgbClr val="000000"/>
                </a:solidFill>
                <a:latin typeface="Inter"/>
                <a:ea typeface="Inter"/>
                <a:cs typeface="Inter"/>
                <a:sym typeface="Inter"/>
              </a:rPr>
              <a:t>Autoria</a:t>
            </a:r>
            <a:r>
              <a:rPr lang="en-US" sz="3430" dirty="0">
                <a:solidFill>
                  <a:srgbClr val="000000"/>
                </a:solidFill>
                <a:latin typeface="Inter"/>
                <a:ea typeface="Inter"/>
                <a:cs typeface="Inter"/>
                <a:sym typeface="Inter"/>
              </a:rPr>
              <a:t> </a:t>
            </a:r>
            <a:r>
              <a:rPr lang="en-US" sz="3430" dirty="0" err="1">
                <a:solidFill>
                  <a:srgbClr val="000000"/>
                </a:solidFill>
                <a:latin typeface="Inter"/>
                <a:ea typeface="Inter"/>
                <a:cs typeface="Inter"/>
                <a:sym typeface="Inter"/>
              </a:rPr>
              <a:t>Própria</a:t>
            </a:r>
            <a:r>
              <a:rPr lang="en-US" sz="3430" dirty="0">
                <a:solidFill>
                  <a:srgbClr val="000000"/>
                </a:solidFill>
                <a:latin typeface="Inter"/>
                <a:ea typeface="Inter"/>
                <a:cs typeface="Inter"/>
                <a:sym typeface="Inter"/>
              </a:rPr>
              <a:t> (2026)</a:t>
            </a:r>
            <a:endParaRPr dirty="0"/>
          </a:p>
        </p:txBody>
      </p:sp>
      <p:sp>
        <p:nvSpPr>
          <p:cNvPr id="130" name="Google Shape;130;p1"/>
          <p:cNvSpPr txBox="1"/>
          <p:nvPr/>
        </p:nvSpPr>
        <p:spPr>
          <a:xfrm>
            <a:off x="2561448" y="30828367"/>
            <a:ext cx="10186386" cy="619337"/>
          </a:xfrm>
          <a:prstGeom prst="rect">
            <a:avLst/>
          </a:prstGeom>
          <a:noFill/>
          <a:ln>
            <a:noFill/>
          </a:ln>
        </p:spPr>
        <p:txBody>
          <a:bodyPr spcFirstLastPara="1" wrap="square" lIns="0" tIns="0" rIns="0" bIns="0" anchor="t" anchorCtr="0">
            <a:spAutoFit/>
          </a:bodyPr>
          <a:lstStyle/>
          <a:p>
            <a:pPr marL="0" marR="0" lvl="0" indent="0" algn="ctr" rtl="0">
              <a:lnSpc>
                <a:spcPct val="101007"/>
              </a:lnSpc>
              <a:spcBef>
                <a:spcPts val="0"/>
              </a:spcBef>
              <a:spcAft>
                <a:spcPts val="0"/>
              </a:spcAft>
              <a:buNone/>
            </a:pPr>
            <a:r>
              <a:rPr lang="en-US" sz="4762" b="1">
                <a:solidFill>
                  <a:srgbClr val="000000"/>
                </a:solidFill>
                <a:latin typeface="Open Sans"/>
                <a:ea typeface="Open Sans"/>
                <a:cs typeface="Open Sans"/>
                <a:sym typeface="Open Sans"/>
              </a:rPr>
              <a:t>TECNOLOGIAS UTILIZADAS</a:t>
            </a:r>
            <a:endParaRPr/>
          </a:p>
        </p:txBody>
      </p:sp>
      <p:sp>
        <p:nvSpPr>
          <p:cNvPr id="131" name="Google Shape;131;p1"/>
          <p:cNvSpPr txBox="1"/>
          <p:nvPr/>
        </p:nvSpPr>
        <p:spPr>
          <a:xfrm>
            <a:off x="16608355" y="9858095"/>
            <a:ext cx="10186386" cy="619337"/>
          </a:xfrm>
          <a:prstGeom prst="rect">
            <a:avLst/>
          </a:prstGeom>
          <a:noFill/>
          <a:ln>
            <a:noFill/>
          </a:ln>
        </p:spPr>
        <p:txBody>
          <a:bodyPr spcFirstLastPara="1" wrap="square" lIns="0" tIns="0" rIns="0" bIns="0" anchor="t" anchorCtr="0">
            <a:spAutoFit/>
          </a:bodyPr>
          <a:lstStyle/>
          <a:p>
            <a:pPr marL="0" marR="0" lvl="0" indent="0" algn="ctr" rtl="0">
              <a:lnSpc>
                <a:spcPct val="101007"/>
              </a:lnSpc>
              <a:spcBef>
                <a:spcPts val="0"/>
              </a:spcBef>
              <a:spcAft>
                <a:spcPts val="0"/>
              </a:spcAft>
              <a:buNone/>
            </a:pPr>
            <a:r>
              <a:rPr lang="en-US" sz="4762" b="1">
                <a:solidFill>
                  <a:srgbClr val="000000"/>
                </a:solidFill>
                <a:latin typeface="Open Sans"/>
                <a:ea typeface="Open Sans"/>
                <a:cs typeface="Open Sans"/>
                <a:sym typeface="Open Sans"/>
              </a:rPr>
              <a:t>RESULTADOS</a:t>
            </a:r>
            <a:endParaRPr/>
          </a:p>
        </p:txBody>
      </p:sp>
      <p:sp>
        <p:nvSpPr>
          <p:cNvPr id="132" name="Google Shape;132;p1"/>
          <p:cNvSpPr txBox="1"/>
          <p:nvPr/>
        </p:nvSpPr>
        <p:spPr>
          <a:xfrm>
            <a:off x="2644303" y="9858095"/>
            <a:ext cx="10186386" cy="619337"/>
          </a:xfrm>
          <a:prstGeom prst="rect">
            <a:avLst/>
          </a:prstGeom>
          <a:noFill/>
          <a:ln>
            <a:noFill/>
          </a:ln>
        </p:spPr>
        <p:txBody>
          <a:bodyPr spcFirstLastPara="1" wrap="square" lIns="0" tIns="0" rIns="0" bIns="0" anchor="t" anchorCtr="0">
            <a:spAutoFit/>
          </a:bodyPr>
          <a:lstStyle/>
          <a:p>
            <a:pPr marL="0" marR="0" lvl="0" indent="0" algn="ctr" rtl="0">
              <a:lnSpc>
                <a:spcPct val="101007"/>
              </a:lnSpc>
              <a:spcBef>
                <a:spcPts val="0"/>
              </a:spcBef>
              <a:spcAft>
                <a:spcPts val="0"/>
              </a:spcAft>
              <a:buNone/>
            </a:pPr>
            <a:r>
              <a:rPr lang="en-US" sz="4762" b="1">
                <a:solidFill>
                  <a:srgbClr val="000000"/>
                </a:solidFill>
                <a:latin typeface="Open Sans"/>
                <a:ea typeface="Open Sans"/>
                <a:cs typeface="Open Sans"/>
                <a:sym typeface="Open Sans"/>
              </a:rPr>
              <a:t>O PROBLEMA</a:t>
            </a:r>
            <a:endParaRPr/>
          </a:p>
        </p:txBody>
      </p:sp>
      <p:sp>
        <p:nvSpPr>
          <p:cNvPr id="133" name="Google Shape;133;p1"/>
          <p:cNvSpPr txBox="1"/>
          <p:nvPr/>
        </p:nvSpPr>
        <p:spPr>
          <a:xfrm>
            <a:off x="2758254" y="20302839"/>
            <a:ext cx="10186386" cy="619337"/>
          </a:xfrm>
          <a:prstGeom prst="rect">
            <a:avLst/>
          </a:prstGeom>
          <a:noFill/>
          <a:ln>
            <a:noFill/>
          </a:ln>
        </p:spPr>
        <p:txBody>
          <a:bodyPr spcFirstLastPara="1" wrap="square" lIns="0" tIns="0" rIns="0" bIns="0" anchor="t" anchorCtr="0">
            <a:spAutoFit/>
          </a:bodyPr>
          <a:lstStyle/>
          <a:p>
            <a:pPr marL="0" marR="0" lvl="0" indent="0" algn="ctr" rtl="0">
              <a:lnSpc>
                <a:spcPct val="101007"/>
              </a:lnSpc>
              <a:spcBef>
                <a:spcPts val="0"/>
              </a:spcBef>
              <a:spcAft>
                <a:spcPts val="0"/>
              </a:spcAft>
              <a:buNone/>
            </a:pPr>
            <a:r>
              <a:rPr lang="en-US" sz="4762" b="1">
                <a:solidFill>
                  <a:srgbClr val="000000"/>
                </a:solidFill>
                <a:latin typeface="Open Sans"/>
                <a:ea typeface="Open Sans"/>
                <a:cs typeface="Open Sans"/>
                <a:sym typeface="Open Sans"/>
              </a:rPr>
              <a:t>A PROPOSTA</a:t>
            </a:r>
            <a:endParaRPr/>
          </a:p>
        </p:txBody>
      </p:sp>
      <p:sp>
        <p:nvSpPr>
          <p:cNvPr id="134" name="Google Shape;134;p1"/>
          <p:cNvSpPr txBox="1"/>
          <p:nvPr/>
        </p:nvSpPr>
        <p:spPr>
          <a:xfrm>
            <a:off x="15966975" y="31719851"/>
            <a:ext cx="11400000" cy="6401753"/>
          </a:xfrm>
          <a:prstGeom prst="rect">
            <a:avLst/>
          </a:prstGeom>
          <a:noFill/>
          <a:ln>
            <a:noFill/>
          </a:ln>
        </p:spPr>
        <p:txBody>
          <a:bodyPr spcFirstLastPara="1" wrap="square" lIns="0" tIns="0" rIns="0" bIns="0" anchor="t" anchorCtr="0">
            <a:spAutoFit/>
          </a:bodyPr>
          <a:lstStyle/>
          <a:p>
            <a:pPr algn="just"/>
            <a:r>
              <a:rPr lang="en-US" sz="3200" dirty="0"/>
              <a:t>FAUSTINO, L. et al. </a:t>
            </a:r>
            <a:r>
              <a:rPr lang="en-US" sz="3200" b="1" dirty="0"/>
              <a:t>Automated Food Weight and Content Estimation Using Computer Vision and AI Algorithms.</a:t>
            </a:r>
            <a:r>
              <a:rPr lang="en-US" sz="3200" dirty="0"/>
              <a:t> </a:t>
            </a:r>
            <a:r>
              <a:rPr lang="en-US" sz="3200" i="1" dirty="0"/>
              <a:t>Applied Sciences</a:t>
            </a:r>
            <a:r>
              <a:rPr lang="en-US" sz="3200" dirty="0"/>
              <a:t>, MDPI/PubMed Central, 2024. </a:t>
            </a:r>
            <a:r>
              <a:rPr lang="en-US" sz="3200" dirty="0" err="1"/>
              <a:t>Disponível</a:t>
            </a:r>
            <a:r>
              <a:rPr lang="en-US" sz="3200" dirty="0"/>
              <a:t> </a:t>
            </a:r>
            <a:r>
              <a:rPr lang="en-US" sz="3200" dirty="0" err="1"/>
              <a:t>em</a:t>
            </a:r>
            <a:r>
              <a:rPr lang="en-US" sz="3200" dirty="0"/>
              <a:t>: ncbi.nlm.nih.gov/</a:t>
            </a:r>
            <a:r>
              <a:rPr lang="en-US" sz="3200" dirty="0" err="1"/>
              <a:t>pmc</a:t>
            </a:r>
            <a:r>
              <a:rPr lang="en-US" sz="3200" dirty="0"/>
              <a:t>/articles/PMC11644939</a:t>
            </a:r>
          </a:p>
          <a:p>
            <a:pPr algn="just"/>
            <a:endParaRPr lang="en-US" sz="3200" dirty="0"/>
          </a:p>
          <a:p>
            <a:pPr algn="just"/>
            <a:r>
              <a:rPr lang="en-US" sz="3200" dirty="0"/>
              <a:t>IBGE. </a:t>
            </a:r>
            <a:r>
              <a:rPr lang="en-US" sz="3200" b="1" dirty="0" err="1"/>
              <a:t>Módulo</a:t>
            </a:r>
            <a:r>
              <a:rPr lang="en-US" sz="3200" b="1" dirty="0"/>
              <a:t> </a:t>
            </a:r>
            <a:r>
              <a:rPr lang="en-US" sz="3200" b="1" dirty="0" err="1"/>
              <a:t>Segurança</a:t>
            </a:r>
            <a:r>
              <a:rPr lang="en-US" sz="3200" b="1" dirty="0"/>
              <a:t> </a:t>
            </a:r>
            <a:r>
              <a:rPr lang="en-US" sz="3200" b="1" dirty="0" err="1"/>
              <a:t>Alimentar</a:t>
            </a:r>
            <a:r>
              <a:rPr lang="en-US" sz="3200" b="1" dirty="0"/>
              <a:t> — PNAD </a:t>
            </a:r>
            <a:r>
              <a:rPr lang="en-US" sz="3200" b="1" dirty="0" err="1"/>
              <a:t>Contínua</a:t>
            </a:r>
            <a:r>
              <a:rPr lang="en-US" sz="3200" b="1" dirty="0"/>
              <a:t> 2024.</a:t>
            </a:r>
            <a:r>
              <a:rPr lang="en-US" sz="3200" dirty="0"/>
              <a:t> Rio de Janeiro: Instituto Brasileiro de Geografia e </a:t>
            </a:r>
            <a:r>
              <a:rPr lang="en-US" sz="3200" dirty="0" err="1"/>
              <a:t>Estatística</a:t>
            </a:r>
            <a:r>
              <a:rPr lang="en-US" sz="3200" dirty="0"/>
              <a:t>, 2024. </a:t>
            </a:r>
            <a:r>
              <a:rPr lang="en-US" sz="3200" dirty="0" err="1"/>
              <a:t>Disponível</a:t>
            </a:r>
            <a:r>
              <a:rPr lang="en-US" sz="3200" dirty="0"/>
              <a:t> </a:t>
            </a:r>
            <a:r>
              <a:rPr lang="en-US" sz="3200" dirty="0" err="1"/>
              <a:t>em</a:t>
            </a:r>
            <a:r>
              <a:rPr lang="en-US" sz="3200" dirty="0"/>
              <a:t>: agenciadenoticias.ibge.gov.br</a:t>
            </a:r>
          </a:p>
          <a:p>
            <a:pPr algn="just"/>
            <a:endParaRPr lang="en-US" sz="3200" dirty="0"/>
          </a:p>
          <a:p>
            <a:pPr algn="just"/>
            <a:r>
              <a:rPr lang="en-US" sz="3200" dirty="0"/>
              <a:t>SARAIVA, A. M.; DELBEM, A. C. B. </a:t>
            </a:r>
            <a:r>
              <a:rPr lang="en-US" sz="3200" b="1" dirty="0"/>
              <a:t>A </a:t>
            </a:r>
            <a:r>
              <a:rPr lang="en-US" sz="3200" b="1" dirty="0" err="1"/>
              <a:t>inteligência</a:t>
            </a:r>
            <a:r>
              <a:rPr lang="en-US" sz="3200" b="1" dirty="0"/>
              <a:t> artificial </a:t>
            </a:r>
            <a:r>
              <a:rPr lang="en-US" sz="3200" b="1" dirty="0" err="1"/>
              <a:t>como</a:t>
            </a:r>
            <a:r>
              <a:rPr lang="en-US" sz="3200" b="1" dirty="0"/>
              <a:t> ferramenta de </a:t>
            </a:r>
            <a:r>
              <a:rPr lang="en-US" sz="3200" b="1" dirty="0" err="1"/>
              <a:t>combate</a:t>
            </a:r>
            <a:r>
              <a:rPr lang="en-US" sz="3200" b="1" dirty="0"/>
              <a:t> à </a:t>
            </a:r>
            <a:r>
              <a:rPr lang="en-US" sz="3200" b="1" dirty="0" err="1"/>
              <a:t>fome</a:t>
            </a:r>
            <a:r>
              <a:rPr lang="en-US" sz="3200" b="1" dirty="0"/>
              <a:t> e à </a:t>
            </a:r>
            <a:r>
              <a:rPr lang="en-US" sz="3200" b="1" dirty="0" err="1"/>
              <a:t>insegurança</a:t>
            </a:r>
            <a:r>
              <a:rPr lang="en-US" sz="3200" b="1" dirty="0"/>
              <a:t> </a:t>
            </a:r>
            <a:r>
              <a:rPr lang="en-US" sz="3200" b="1" dirty="0" err="1"/>
              <a:t>alimentar</a:t>
            </a:r>
            <a:r>
              <a:rPr lang="en-US" sz="3200" b="1" dirty="0"/>
              <a:t>.</a:t>
            </a:r>
            <a:r>
              <a:rPr lang="en-US" sz="3200" dirty="0"/>
              <a:t> </a:t>
            </a:r>
            <a:r>
              <a:rPr lang="en-US" sz="3200" i="1" dirty="0"/>
              <a:t>Jornal da USP</a:t>
            </a:r>
            <a:r>
              <a:rPr lang="en-US" sz="3200" dirty="0"/>
              <a:t>, São Paulo: </a:t>
            </a:r>
            <a:r>
              <a:rPr lang="en-US" sz="3200" dirty="0" err="1"/>
              <a:t>Universidade</a:t>
            </a:r>
            <a:r>
              <a:rPr lang="en-US" sz="3200" dirty="0"/>
              <a:t> de São Paulo, </a:t>
            </a:r>
            <a:r>
              <a:rPr lang="en-US" sz="3200" dirty="0" err="1"/>
              <a:t>dez</a:t>
            </a:r>
            <a:r>
              <a:rPr lang="en-US" sz="3200" dirty="0"/>
              <a:t>. 2022.</a:t>
            </a:r>
          </a:p>
        </p:txBody>
      </p:sp>
      <p:sp>
        <p:nvSpPr>
          <p:cNvPr id="135" name="Google Shape;135;p1"/>
          <p:cNvSpPr txBox="1"/>
          <p:nvPr/>
        </p:nvSpPr>
        <p:spPr>
          <a:xfrm>
            <a:off x="1595875" y="31719850"/>
            <a:ext cx="12562800" cy="6204776"/>
          </a:xfrm>
          <a:prstGeom prst="rect">
            <a:avLst/>
          </a:prstGeom>
          <a:noFill/>
          <a:ln>
            <a:noFill/>
          </a:ln>
        </p:spPr>
        <p:txBody>
          <a:bodyPr spcFirstLastPara="1" wrap="square" lIns="0" tIns="0" rIns="0" bIns="0" anchor="t" anchorCtr="0">
            <a:spAutoFit/>
          </a:bodyPr>
          <a:lstStyle/>
          <a:p>
            <a:pPr marL="285750" lvl="0" indent="-285750" algn="just">
              <a:lnSpc>
                <a:spcPct val="140000"/>
              </a:lnSpc>
              <a:buFont typeface="Arial" panose="020B0604020202020204" pitchFamily="34" charset="0"/>
              <a:buChar char="•"/>
            </a:pPr>
            <a:r>
              <a:rPr lang="pt-BR" sz="3200" b="1" dirty="0"/>
              <a:t>YOLOv8 (</a:t>
            </a:r>
            <a:r>
              <a:rPr lang="pt-BR" sz="3200" b="1" dirty="0" err="1"/>
              <a:t>Ultralytics</a:t>
            </a:r>
            <a:r>
              <a:rPr lang="pt-BR" sz="3200" b="1" dirty="0"/>
              <a:t>) - </a:t>
            </a:r>
            <a:r>
              <a:rPr lang="pt-BR" sz="3200" dirty="0"/>
              <a:t>Detecção e classificação de objetos em tempo real</a:t>
            </a:r>
          </a:p>
          <a:p>
            <a:pPr marL="285750" lvl="0" indent="-285750" algn="just">
              <a:lnSpc>
                <a:spcPct val="140000"/>
              </a:lnSpc>
              <a:buFont typeface="Arial" panose="020B0604020202020204" pitchFamily="34" charset="0"/>
              <a:buChar char="•"/>
            </a:pPr>
            <a:r>
              <a:rPr lang="pt-BR" sz="3200" b="1" dirty="0" err="1"/>
              <a:t>RoboFlow</a:t>
            </a:r>
            <a:r>
              <a:rPr lang="pt-BR" sz="3200" dirty="0"/>
              <a:t> </a:t>
            </a:r>
            <a:r>
              <a:rPr lang="pt-BR" sz="3200" b="1" dirty="0"/>
              <a:t>-</a:t>
            </a:r>
            <a:r>
              <a:rPr lang="pt-BR" sz="3200" dirty="0"/>
              <a:t> Treinamento de Modelo Preditivo</a:t>
            </a:r>
          </a:p>
          <a:p>
            <a:pPr marL="285750" lvl="0" indent="-285750" algn="just">
              <a:lnSpc>
                <a:spcPct val="140000"/>
              </a:lnSpc>
              <a:buFont typeface="Arial" panose="020B0604020202020204" pitchFamily="34" charset="0"/>
              <a:buChar char="•"/>
            </a:pPr>
            <a:r>
              <a:rPr lang="pt-BR" sz="3200" b="1" dirty="0"/>
              <a:t>Python + </a:t>
            </a:r>
            <a:r>
              <a:rPr lang="pt-BR" sz="3200" b="1" dirty="0" err="1"/>
              <a:t>OpenCV</a:t>
            </a:r>
            <a:r>
              <a:rPr lang="pt-BR" sz="3200" dirty="0"/>
              <a:t> </a:t>
            </a:r>
            <a:r>
              <a:rPr lang="pt-BR" sz="3200" b="1" dirty="0"/>
              <a:t>-</a:t>
            </a:r>
            <a:r>
              <a:rPr lang="pt-BR" sz="3200" dirty="0"/>
              <a:t> Captura de frames, pré-processamento e rastreamento</a:t>
            </a:r>
          </a:p>
          <a:p>
            <a:pPr marL="285750" lvl="0" indent="-285750" algn="just">
              <a:lnSpc>
                <a:spcPct val="140000"/>
              </a:lnSpc>
              <a:buFont typeface="Arial" panose="020B0604020202020204" pitchFamily="34" charset="0"/>
              <a:buChar char="•"/>
            </a:pPr>
            <a:r>
              <a:rPr lang="pt-BR" sz="3200" b="1" dirty="0" err="1"/>
              <a:t>Tkinter</a:t>
            </a:r>
            <a:r>
              <a:rPr lang="pt-BR" sz="3200" dirty="0"/>
              <a:t> </a:t>
            </a:r>
            <a:r>
              <a:rPr lang="pt-BR" sz="3200" b="1" dirty="0"/>
              <a:t>-</a:t>
            </a:r>
            <a:r>
              <a:rPr lang="pt-BR" sz="3200" dirty="0"/>
              <a:t> Interface do aplicativo desktop para o operador de campo</a:t>
            </a:r>
          </a:p>
          <a:p>
            <a:pPr marL="285750" lvl="0" indent="-285750" algn="just">
              <a:lnSpc>
                <a:spcPct val="140000"/>
              </a:lnSpc>
              <a:buFont typeface="Arial" panose="020B0604020202020204" pitchFamily="34" charset="0"/>
              <a:buChar char="•"/>
            </a:pPr>
            <a:r>
              <a:rPr lang="pt-BR" sz="3200" b="1" dirty="0" err="1"/>
              <a:t>React</a:t>
            </a:r>
            <a:r>
              <a:rPr lang="pt-BR" sz="3200" b="1" dirty="0"/>
              <a:t> -</a:t>
            </a:r>
            <a:r>
              <a:rPr lang="pt-BR" sz="3200" dirty="0"/>
              <a:t> Painel web responsivo do coordenador</a:t>
            </a:r>
          </a:p>
          <a:p>
            <a:pPr marL="285750" lvl="0" indent="-285750" algn="just">
              <a:lnSpc>
                <a:spcPct val="140000"/>
              </a:lnSpc>
              <a:buFont typeface="Arial" panose="020B0604020202020204" pitchFamily="34" charset="0"/>
              <a:buChar char="•"/>
            </a:pPr>
            <a:r>
              <a:rPr lang="pt-BR" sz="3200" b="1" dirty="0" err="1"/>
              <a:t>Supabase</a:t>
            </a:r>
            <a:r>
              <a:rPr lang="pt-BR" sz="3200" b="1" dirty="0"/>
              <a:t> - </a:t>
            </a:r>
            <a:r>
              <a:rPr lang="pt-BR" sz="3200" dirty="0" err="1"/>
              <a:t>Backend</a:t>
            </a:r>
            <a:r>
              <a:rPr lang="pt-BR" sz="3200" dirty="0"/>
              <a:t>-as-a-</a:t>
            </a:r>
            <a:r>
              <a:rPr lang="pt-BR" sz="3200" dirty="0" err="1"/>
              <a:t>service</a:t>
            </a:r>
            <a:r>
              <a:rPr lang="pt-BR" sz="3200" dirty="0"/>
              <a:t> com banco relacional em nuvem</a:t>
            </a:r>
          </a:p>
          <a:p>
            <a:pPr marL="285750" lvl="0" indent="-285750" algn="just">
              <a:lnSpc>
                <a:spcPct val="140000"/>
              </a:lnSpc>
              <a:buFont typeface="Arial" panose="020B0604020202020204" pitchFamily="34" charset="0"/>
              <a:buChar char="•"/>
            </a:pPr>
            <a:r>
              <a:rPr lang="en-US" sz="3200" b="1" dirty="0"/>
              <a:t>Recharts, GitHub, Vite, Tailwind CSS</a:t>
            </a:r>
          </a:p>
        </p:txBody>
      </p:sp>
      <p:sp>
        <p:nvSpPr>
          <p:cNvPr id="136" name="Google Shape;136;p1"/>
          <p:cNvSpPr txBox="1"/>
          <p:nvPr/>
        </p:nvSpPr>
        <p:spPr>
          <a:xfrm>
            <a:off x="1595870" y="10749184"/>
            <a:ext cx="12562800" cy="8618065"/>
          </a:xfrm>
          <a:prstGeom prst="rect">
            <a:avLst/>
          </a:prstGeom>
          <a:noFill/>
          <a:ln>
            <a:noFill/>
          </a:ln>
        </p:spPr>
        <p:txBody>
          <a:bodyPr spcFirstLastPara="1" wrap="square" lIns="0" tIns="0" rIns="0" bIns="0" anchor="t" anchorCtr="0">
            <a:spAutoFit/>
          </a:bodyPr>
          <a:lstStyle/>
          <a:p>
            <a:pPr algn="just"/>
            <a:r>
              <a:rPr lang="pt-BR" sz="3200" dirty="0"/>
              <a:t>Campanhas solidárias de arrecadação de alimentos, como o Lideranças Empáticas (LE) da FECAP, dependem hoje de processos inteiramente manuais para registrar o que é coletado: voluntários contam pacote por pacote, em condições de cansaço e pressão de tempo, e anotam os resultados em planilhas ou cadernos. Esse modelo cria inconsistências entre equipes, erros de registro e disputas sobre os totais arrecadados, comprometendo a transparência e a motivação dos participantes.</a:t>
            </a:r>
          </a:p>
          <a:p>
            <a:pPr algn="just"/>
            <a:endParaRPr lang="pt-BR" sz="3200" dirty="0"/>
          </a:p>
          <a:p>
            <a:pPr algn="just"/>
            <a:r>
              <a:rPr lang="pt-BR" sz="3200" dirty="0"/>
              <a:t>O contexto torna o problema ainda mais urgente: segundo o IBGE (PNAD Contínua, 2024), 24,2% dos domicílios brasileiros ainda enfrentam algum grau de insegurança alimentar, com 2,5 milhões de famílias em situação grave — aquela em que a fome é uma experiência real no cotidiano. Maximizar a eficiência e a rastreabilidade das doações arrecadadas é, portanto, uma questão de responsabilidade social.</a:t>
            </a:r>
          </a:p>
          <a:p>
            <a:pPr marL="0" marR="0" lvl="0" indent="0" algn="just" rtl="0">
              <a:lnSpc>
                <a:spcPct val="140000"/>
              </a:lnSpc>
              <a:spcBef>
                <a:spcPts val="0"/>
              </a:spcBef>
              <a:spcAft>
                <a:spcPts val="0"/>
              </a:spcAft>
              <a:buNone/>
            </a:pPr>
            <a:endParaRPr sz="3430" dirty="0">
              <a:solidFill>
                <a:srgbClr val="000000"/>
              </a:solidFill>
              <a:latin typeface="Open Sans"/>
              <a:ea typeface="Open Sans"/>
              <a:cs typeface="Open Sans"/>
              <a:sym typeface="Open Sans"/>
            </a:endParaRPr>
          </a:p>
        </p:txBody>
      </p:sp>
      <p:sp>
        <p:nvSpPr>
          <p:cNvPr id="137" name="Google Shape;137;p1"/>
          <p:cNvSpPr txBox="1"/>
          <p:nvPr/>
        </p:nvSpPr>
        <p:spPr>
          <a:xfrm>
            <a:off x="1570066" y="21125709"/>
            <a:ext cx="12562800" cy="9602950"/>
          </a:xfrm>
          <a:prstGeom prst="rect">
            <a:avLst/>
          </a:prstGeom>
          <a:noFill/>
          <a:ln>
            <a:noFill/>
          </a:ln>
        </p:spPr>
        <p:txBody>
          <a:bodyPr spcFirstLastPara="1" wrap="square" lIns="0" tIns="0" rIns="0" bIns="0" anchor="t" anchorCtr="0">
            <a:spAutoFit/>
          </a:bodyPr>
          <a:lstStyle/>
          <a:p>
            <a:pPr algn="just"/>
            <a:r>
              <a:rPr lang="pt-BR" sz="3200" dirty="0"/>
              <a:t>O </a:t>
            </a:r>
            <a:r>
              <a:rPr lang="pt-BR" sz="3200" i="1" dirty="0" err="1"/>
              <a:t>MegaVision</a:t>
            </a:r>
            <a:r>
              <a:rPr lang="pt-BR" sz="3200" dirty="0"/>
              <a:t> é um sistema integrado de Visão Computacional e Inteligência Artificial desenvolvido para automatizar a identificação, classificação e contagem de pacotes de alimentos doados. Uma câmera posicionada sobre uma rampa captura cada item que passa pelo ponto de coleta. Um modelo de detecção de objetos, treinado na família YOLO da </a:t>
            </a:r>
            <a:r>
              <a:rPr lang="pt-BR" sz="3200" i="1" dirty="0" err="1"/>
              <a:t>Ultralytics</a:t>
            </a:r>
            <a:r>
              <a:rPr lang="pt-BR" sz="3200" dirty="0"/>
              <a:t>, classifica cada pacote em categorias como Arroz, Feijão e Outros em tempo real.</a:t>
            </a:r>
          </a:p>
          <a:p>
            <a:pPr algn="just"/>
            <a:endParaRPr lang="pt-BR" sz="3200" dirty="0"/>
          </a:p>
          <a:p>
            <a:pPr algn="just"/>
            <a:r>
              <a:rPr lang="pt-BR" sz="3200" dirty="0"/>
              <a:t>Os eventos de contagem são persistidos automaticamente em banco de dados na nuvem (</a:t>
            </a:r>
            <a:r>
              <a:rPr lang="pt-BR" sz="3200" i="1" dirty="0" err="1"/>
              <a:t>Supabase</a:t>
            </a:r>
            <a:r>
              <a:rPr lang="pt-BR" sz="3200" dirty="0"/>
              <a:t>), vinculados à equipe arrecadadora, ao tipo de alimento e seu peso estimado. Um painel web — desenvolvido em </a:t>
            </a:r>
            <a:r>
              <a:rPr lang="pt-BR" sz="3200" i="1" dirty="0" err="1"/>
              <a:t>React</a:t>
            </a:r>
            <a:r>
              <a:rPr lang="pt-BR" sz="3200" dirty="0"/>
              <a:t> — permite ao coordenador acompanhar, ao vivo e de forma auditável, o progresso de cada equipe com gráficos comparativos e totalizadores.</a:t>
            </a:r>
          </a:p>
          <a:p>
            <a:pPr algn="just"/>
            <a:endParaRPr lang="pt-BR" sz="3200" dirty="0"/>
          </a:p>
          <a:p>
            <a:pPr algn="just"/>
            <a:r>
              <a:rPr lang="pt-BR" sz="3200" dirty="0"/>
              <a:t>A solução elimina erros humanos na contagem, garante rastreabilidade e cria um processo justo e transparente entre as equipes.</a:t>
            </a:r>
            <a:endParaRPr dirty="0"/>
          </a:p>
          <a:p>
            <a:pPr marL="0" marR="0" lvl="0" indent="0" algn="just" rtl="0">
              <a:lnSpc>
                <a:spcPct val="140000"/>
              </a:lnSpc>
              <a:spcBef>
                <a:spcPts val="0"/>
              </a:spcBef>
              <a:spcAft>
                <a:spcPts val="0"/>
              </a:spcAft>
              <a:buNone/>
            </a:pPr>
            <a:endParaRPr sz="3430" dirty="0">
              <a:solidFill>
                <a:srgbClr val="000000"/>
              </a:solidFill>
              <a:latin typeface="Open Sans"/>
              <a:ea typeface="Open Sans"/>
              <a:cs typeface="Open Sans"/>
              <a:sym typeface="Open Sans"/>
            </a:endParaRPr>
          </a:p>
        </p:txBody>
      </p:sp>
      <p:sp>
        <p:nvSpPr>
          <p:cNvPr id="138" name="Google Shape;138;p1"/>
          <p:cNvSpPr txBox="1"/>
          <p:nvPr/>
        </p:nvSpPr>
        <p:spPr>
          <a:xfrm>
            <a:off x="-8051455" y="60717372"/>
            <a:ext cx="2172089" cy="19215645"/>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4955" b="1" dirty="0">
                <a:latin typeface="Open Sans"/>
                <a:ea typeface="Open Sans"/>
                <a:cs typeface="Open Sans"/>
                <a:sym typeface="Open Sans"/>
              </a:rPr>
              <a:t>IV </a:t>
            </a:r>
            <a:r>
              <a:rPr lang="en-US" sz="4955" b="1" dirty="0">
                <a:solidFill>
                  <a:srgbClr val="000000"/>
                </a:solidFill>
                <a:latin typeface="Open Sans"/>
                <a:ea typeface="Open Sans"/>
                <a:cs typeface="Open Sans"/>
                <a:sym typeface="Open Sans"/>
              </a:rPr>
              <a:t>SEMANA FECAP DE TECNOLOGIA - 2026</a:t>
            </a:r>
            <a:endParaRPr dirty="0"/>
          </a:p>
          <a:p>
            <a:pPr marL="0" marR="0" lvl="0" indent="0" algn="ctr" rtl="0">
              <a:lnSpc>
                <a:spcPct val="140000"/>
              </a:lnSpc>
              <a:spcBef>
                <a:spcPts val="0"/>
              </a:spcBef>
              <a:spcAft>
                <a:spcPts val="0"/>
              </a:spcAft>
              <a:buNone/>
            </a:pPr>
            <a:r>
              <a:rPr lang="en-US" sz="4955" dirty="0" err="1">
                <a:solidFill>
                  <a:srgbClr val="000000"/>
                </a:solidFill>
                <a:latin typeface="Open Sans"/>
                <a:ea typeface="Open Sans"/>
                <a:cs typeface="Open Sans"/>
                <a:sym typeface="Open Sans"/>
              </a:rPr>
              <a:t>Fundação</a:t>
            </a:r>
            <a:r>
              <a:rPr lang="en-US" sz="4955" dirty="0">
                <a:solidFill>
                  <a:srgbClr val="000000"/>
                </a:solidFill>
                <a:latin typeface="Open Sans"/>
                <a:ea typeface="Open Sans"/>
                <a:cs typeface="Open Sans"/>
                <a:sym typeface="Open Sans"/>
              </a:rPr>
              <a:t> Escola de Comércio Álvares Penteado - FECAP</a:t>
            </a:r>
            <a:endParaRPr dirty="0"/>
          </a:p>
        </p:txBody>
      </p:sp>
      <p:sp>
        <p:nvSpPr>
          <p:cNvPr id="139" name="Google Shape;139;p1"/>
          <p:cNvSpPr txBox="1"/>
          <p:nvPr/>
        </p:nvSpPr>
        <p:spPr>
          <a:xfrm>
            <a:off x="15617816" y="10880630"/>
            <a:ext cx="11904157" cy="4924425"/>
          </a:xfrm>
          <a:prstGeom prst="rect">
            <a:avLst/>
          </a:prstGeom>
          <a:noFill/>
          <a:ln>
            <a:noFill/>
          </a:ln>
        </p:spPr>
        <p:txBody>
          <a:bodyPr spcFirstLastPara="1" wrap="square" lIns="0" tIns="0" rIns="0" bIns="0" anchor="t" anchorCtr="0">
            <a:spAutoFit/>
          </a:bodyPr>
          <a:lstStyle/>
          <a:p>
            <a:pPr algn="just"/>
            <a:r>
              <a:rPr lang="pt-BR" sz="3200" dirty="0"/>
              <a:t>O sistema </a:t>
            </a:r>
            <a:r>
              <a:rPr lang="pt-BR" sz="3200" i="1" dirty="0" err="1"/>
              <a:t>MegaVision</a:t>
            </a:r>
            <a:r>
              <a:rPr lang="pt-BR" sz="3200" dirty="0"/>
              <a:t> entrega um pipeline funcional do tipo câmera → IA → banco de dados → painel, com as seguintes capacidades demonstradas:</a:t>
            </a:r>
          </a:p>
          <a:p>
            <a:pPr algn="just"/>
            <a:r>
              <a:rPr lang="pt-BR" sz="3200" b="1" dirty="0"/>
              <a:t>Contagem automatizada e em tempo real:</a:t>
            </a:r>
            <a:r>
              <a:rPr lang="pt-BR" sz="3200" dirty="0"/>
              <a:t> pacotes de Arroz, Feijão e outros itens são classificados e contabilizados por equipe com registro de data/hora e peso estimado a cada evento salvo.</a:t>
            </a:r>
          </a:p>
          <a:p>
            <a:pPr algn="just"/>
            <a:r>
              <a:rPr lang="pt-BR" sz="3200" b="1" dirty="0"/>
              <a:t>Painel do coordenador:</a:t>
            </a:r>
            <a:r>
              <a:rPr lang="pt-BR" sz="3200" dirty="0"/>
              <a:t> dashboard web com métricas por equipe (total de itens, peso total, distribuição por tipo de alimento em gráfico de barras), acessível de qualquer dispositivo com conexão à internet.</a:t>
            </a:r>
          </a:p>
        </p:txBody>
      </p:sp>
      <p:sp>
        <p:nvSpPr>
          <p:cNvPr id="140" name="Google Shape;140;p1"/>
          <p:cNvSpPr txBox="1"/>
          <p:nvPr/>
        </p:nvSpPr>
        <p:spPr>
          <a:xfrm>
            <a:off x="15714839" y="24195810"/>
            <a:ext cx="11652014" cy="5416868"/>
          </a:xfrm>
          <a:prstGeom prst="rect">
            <a:avLst/>
          </a:prstGeom>
          <a:noFill/>
          <a:ln>
            <a:noFill/>
          </a:ln>
        </p:spPr>
        <p:txBody>
          <a:bodyPr spcFirstLastPara="1" wrap="square" lIns="0" tIns="0" rIns="0" bIns="0" anchor="t" anchorCtr="0">
            <a:spAutoFit/>
          </a:bodyPr>
          <a:lstStyle/>
          <a:p>
            <a:pPr algn="just"/>
            <a:r>
              <a:rPr lang="pt-BR" sz="3200" b="1" dirty="0"/>
              <a:t>Base técnica validada pela literatura:</a:t>
            </a:r>
            <a:r>
              <a:rPr lang="pt-BR" sz="3200" dirty="0"/>
              <a:t> modelos YOLO aplicados à detecção e contagem de alimentos em ambientes controlados atingem </a:t>
            </a:r>
            <a:r>
              <a:rPr lang="pt-BR" sz="3200" dirty="0" err="1"/>
              <a:t>mAP</a:t>
            </a:r>
            <a:r>
              <a:rPr lang="pt-BR" sz="3200" dirty="0"/>
              <a:t> médio de 0,873 (FAUSTINO et al., 2024, </a:t>
            </a:r>
            <a:r>
              <a:rPr lang="pt-BR" sz="3200" dirty="0" err="1"/>
              <a:t>PubMed</a:t>
            </a:r>
            <a:r>
              <a:rPr lang="pt-BR" sz="3200" dirty="0"/>
              <a:t> Central). Sistemas de contagem por Visão Computacional em operação industrial reportam acurácia superior a 95% (Pix Force, 2023).</a:t>
            </a:r>
          </a:p>
          <a:p>
            <a:pPr algn="just"/>
            <a:endParaRPr lang="pt-BR" sz="3200" dirty="0"/>
          </a:p>
          <a:p>
            <a:pPr algn="just"/>
            <a:r>
              <a:rPr lang="pt-BR" sz="3200" b="1" dirty="0"/>
              <a:t>Eliminação de retrabalho:</a:t>
            </a:r>
            <a:r>
              <a:rPr lang="pt-BR" sz="3200" dirty="0"/>
              <a:t> o processo que antes exigia anotação manual, consolidação em planilhas e conciliação posterior entre equipes passa a ser registrado automaticamente, com auditoria permanente.</a:t>
            </a:r>
          </a:p>
        </p:txBody>
      </p:sp>
      <p:pic>
        <p:nvPicPr>
          <p:cNvPr id="1030" name="Picture 6" descr="Junior Full Stack Developer @ Ultralytics">
            <a:extLst>
              <a:ext uri="{FF2B5EF4-FFF2-40B4-BE49-F238E27FC236}">
                <a16:creationId xmlns:a16="http://schemas.microsoft.com/office/drawing/2014/main" id="{63750EAA-16F7-B5D1-1C0A-AC449C558DEB}"/>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087805" y="37419457"/>
            <a:ext cx="2027170" cy="2027170"/>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a:extLst>
              <a:ext uri="{FF2B5EF4-FFF2-40B4-BE49-F238E27FC236}">
                <a16:creationId xmlns:a16="http://schemas.microsoft.com/office/drawing/2014/main" id="{EB021FAB-2E46-07FB-8533-25107061AAB3}"/>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220696" y="38167795"/>
            <a:ext cx="565922" cy="565922"/>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Supabase SVG icon">
            <a:extLst>
              <a:ext uri="{FF2B5EF4-FFF2-40B4-BE49-F238E27FC236}">
                <a16:creationId xmlns:a16="http://schemas.microsoft.com/office/drawing/2014/main" id="{FAB28F22-8E84-ACBB-6C39-99B6891AEFE5}"/>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439522" y="37186003"/>
            <a:ext cx="2459608" cy="2459608"/>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a:extLst>
              <a:ext uri="{FF2B5EF4-FFF2-40B4-BE49-F238E27FC236}">
                <a16:creationId xmlns:a16="http://schemas.microsoft.com/office/drawing/2014/main" id="{3F4AEE98-A53D-CB0D-F012-A52072EFB25C}"/>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9223677" y="38024300"/>
            <a:ext cx="1728130" cy="807957"/>
          </a:xfrm>
          <a:prstGeom prst="rect">
            <a:avLst/>
          </a:prstGeom>
          <a:noFill/>
          <a:extLst>
            <a:ext uri="{909E8E84-426E-40DD-AFC4-6F175D3DCCD1}">
              <a14:hiddenFill xmlns:a14="http://schemas.microsoft.com/office/drawing/2010/main">
                <a:solidFill>
                  <a:srgbClr val="FFFFFF"/>
                </a:solidFill>
              </a14:hiddenFill>
            </a:ext>
          </a:extLst>
        </p:spPr>
      </p:pic>
      <p:pic>
        <p:nvPicPr>
          <p:cNvPr id="1040" name="Picture 16" descr="ícone de Tailwindcss logo">
            <a:extLst>
              <a:ext uri="{FF2B5EF4-FFF2-40B4-BE49-F238E27FC236}">
                <a16:creationId xmlns:a16="http://schemas.microsoft.com/office/drawing/2014/main" id="{3AC8D1D7-8395-AABA-8CB3-FF1F30506EEA}"/>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1135187" y="37721158"/>
            <a:ext cx="2459608" cy="1229804"/>
          </a:xfrm>
          <a:prstGeom prst="rect">
            <a:avLst/>
          </a:prstGeom>
          <a:noFill/>
          <a:extLst>
            <a:ext uri="{909E8E84-426E-40DD-AFC4-6F175D3DCCD1}">
              <a14:hiddenFill xmlns:a14="http://schemas.microsoft.com/office/drawing/2010/main">
                <a:solidFill>
                  <a:srgbClr val="FFFFFF"/>
                </a:solidFill>
              </a14:hiddenFill>
            </a:ext>
          </a:extLst>
        </p:spPr>
      </p:pic>
      <p:pic>
        <p:nvPicPr>
          <p:cNvPr id="1042" name="Picture 18" descr="Github Logo - Free social media icons">
            <a:extLst>
              <a:ext uri="{FF2B5EF4-FFF2-40B4-BE49-F238E27FC236}">
                <a16:creationId xmlns:a16="http://schemas.microsoft.com/office/drawing/2014/main" id="{89864FED-8390-5E41-347D-7A97C4895F55}"/>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111165" y="38068844"/>
            <a:ext cx="652093" cy="65209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358</TotalTime>
  <Words>751</Words>
  <Application>Microsoft Office PowerPoint</Application>
  <PresentationFormat>Personalizar</PresentationFormat>
  <Paragraphs>39</Paragraphs>
  <Slides>1</Slides>
  <Notes>1</Notes>
  <HiddenSlides>0</HiddenSlides>
  <MMClips>0</MMClips>
  <ScaleCrop>false</ScaleCrop>
  <HeadingPairs>
    <vt:vector size="6" baseType="variant">
      <vt:variant>
        <vt:lpstr>Fontes usadas</vt:lpstr>
      </vt:variant>
      <vt:variant>
        <vt:i4>4</vt:i4>
      </vt:variant>
      <vt:variant>
        <vt:lpstr>Tema</vt:lpstr>
      </vt:variant>
      <vt:variant>
        <vt:i4>1</vt:i4>
      </vt:variant>
      <vt:variant>
        <vt:lpstr>Títulos de slides</vt:lpstr>
      </vt:variant>
      <vt:variant>
        <vt:i4>1</vt:i4>
      </vt:variant>
    </vt:vector>
  </HeadingPairs>
  <TitlesOfParts>
    <vt:vector size="6" baseType="lpstr">
      <vt:lpstr>Open Sans</vt:lpstr>
      <vt:lpstr>Calibri</vt:lpstr>
      <vt:lpstr>Arial</vt:lpstr>
      <vt:lpstr>Inter</vt:lpstr>
      <vt:lpstr>Office Theme</vt:lpstr>
      <vt:lpstr>Apresentação do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Pedro Schaurich Maia</dc:creator>
  <cp:lastModifiedBy>Pedro Maia 24026011</cp:lastModifiedBy>
  <cp:revision>5</cp:revision>
  <dcterms:created xsi:type="dcterms:W3CDTF">2006-08-16T00:00:00Z</dcterms:created>
  <dcterms:modified xsi:type="dcterms:W3CDTF">2026-05-08T02:53:35Z</dcterms:modified>
</cp:coreProperties>
</file>