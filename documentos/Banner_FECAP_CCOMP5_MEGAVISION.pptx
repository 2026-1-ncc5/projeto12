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28800425" cy="43200638"/>
  <p:notesSz cx="6858000" cy="9144000"/>
  <p:embeddedFontLst>
    <p:embeddedFont>
      <p:font typeface="Inter" panose="02000503000000020004" pitchFamily="2" charset="0"/>
      <p:regular r:id="rId4"/>
      <p:bold r:id="rId5"/>
      <p:italic r:id="rId6"/>
      <p:boldItalic r:id="rId7"/>
    </p:embeddedFont>
    <p:embeddedFont>
      <p:font typeface="Open Sans" panose="020B0606030504020204" pitchFamily="34" charset="0"/>
      <p:regular r:id="rId8"/>
      <p:bold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6">
          <p15:clr>
            <a:srgbClr val="A4A3A4"/>
          </p15:clr>
        </p15:guide>
        <p15:guide id="2" pos="548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i+9yr4mDS8zg5+kfXTqvtBuST67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768" y="-5820"/>
      </p:cViewPr>
      <p:guideLst>
        <p:guide orient="horz" pos="4366"/>
        <p:guide pos="54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5" Type="http://customschemas.google.com/relationships/presentationmetadata" Target="metadata"/><Relationship Id="rId10" Type="http://schemas.openxmlformats.org/officeDocument/2006/relationships/font" Target="fonts/font7.fntdata"/><Relationship Id="rId19"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1306910" y="4305947"/>
            <a:ext cx="14811647" cy="29711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2613820" y="7854662"/>
            <a:ext cx="12197827" cy="3542298"/>
          </a:xfrm>
          <a:prstGeom prst="rect">
            <a:avLst/>
          </a:prstGeom>
          <a:noFill/>
          <a:ln>
            <a:noFill/>
          </a:ln>
        </p:spPr>
        <p:txBody>
          <a:bodyPr spcFirstLastPara="1" wrap="square" lIns="91425" tIns="45700" rIns="91425" bIns="45700" anchor="t" anchorCtr="0">
            <a:normAutofit/>
          </a:bodyPr>
          <a:lstStyle>
            <a:lvl1pPr lvl="0" algn="ctr">
              <a:spcBef>
                <a:spcPts val="1220"/>
              </a:spcBef>
              <a:spcAft>
                <a:spcPts val="0"/>
              </a:spcAft>
              <a:buClr>
                <a:srgbClr val="888888"/>
              </a:buClr>
              <a:buSzPts val="6098"/>
              <a:buNone/>
              <a:defRPr>
                <a:solidFill>
                  <a:srgbClr val="888888"/>
                </a:solidFill>
              </a:defRPr>
            </a:lvl1pPr>
            <a:lvl2pPr lvl="1" algn="ctr">
              <a:spcBef>
                <a:spcPts val="1067"/>
              </a:spcBef>
              <a:spcAft>
                <a:spcPts val="0"/>
              </a:spcAft>
              <a:buClr>
                <a:srgbClr val="888888"/>
              </a:buClr>
              <a:buSzPts val="5336"/>
              <a:buNone/>
              <a:defRPr>
                <a:solidFill>
                  <a:srgbClr val="888888"/>
                </a:solidFill>
              </a:defRPr>
            </a:lvl2pPr>
            <a:lvl3pPr lvl="2" algn="ctr">
              <a:spcBef>
                <a:spcPts val="915"/>
              </a:spcBef>
              <a:spcAft>
                <a:spcPts val="0"/>
              </a:spcAft>
              <a:buClr>
                <a:srgbClr val="888888"/>
              </a:buClr>
              <a:buSzPts val="4574"/>
              <a:buNone/>
              <a:defRPr>
                <a:solidFill>
                  <a:srgbClr val="888888"/>
                </a:solidFill>
              </a:defRPr>
            </a:lvl3pPr>
            <a:lvl4pPr lvl="3" algn="ctr">
              <a:spcBef>
                <a:spcPts val="762"/>
              </a:spcBef>
              <a:spcAft>
                <a:spcPts val="0"/>
              </a:spcAft>
              <a:buClr>
                <a:srgbClr val="888888"/>
              </a:buClr>
              <a:buSzPts val="3811"/>
              <a:buNone/>
              <a:defRPr>
                <a:solidFill>
                  <a:srgbClr val="888888"/>
                </a:solidFill>
              </a:defRPr>
            </a:lvl4pPr>
            <a:lvl5pPr lvl="4" algn="ctr">
              <a:spcBef>
                <a:spcPts val="762"/>
              </a:spcBef>
              <a:spcAft>
                <a:spcPts val="0"/>
              </a:spcAft>
              <a:buClr>
                <a:srgbClr val="888888"/>
              </a:buClr>
              <a:buSzPts val="3811"/>
              <a:buNone/>
              <a:defRPr>
                <a:solidFill>
                  <a:srgbClr val="888888"/>
                </a:solidFill>
              </a:defRPr>
            </a:lvl5pPr>
            <a:lvl6pPr lvl="5" algn="ctr">
              <a:spcBef>
                <a:spcPts val="762"/>
              </a:spcBef>
              <a:spcAft>
                <a:spcPts val="0"/>
              </a:spcAft>
              <a:buClr>
                <a:srgbClr val="888888"/>
              </a:buClr>
              <a:buSzPts val="3811"/>
              <a:buNone/>
              <a:defRPr>
                <a:solidFill>
                  <a:srgbClr val="888888"/>
                </a:solidFill>
              </a:defRPr>
            </a:lvl6pPr>
            <a:lvl7pPr lvl="6" algn="ctr">
              <a:spcBef>
                <a:spcPts val="762"/>
              </a:spcBef>
              <a:spcAft>
                <a:spcPts val="0"/>
              </a:spcAft>
              <a:buClr>
                <a:srgbClr val="888888"/>
              </a:buClr>
              <a:buSzPts val="3811"/>
              <a:buNone/>
              <a:defRPr>
                <a:solidFill>
                  <a:srgbClr val="888888"/>
                </a:solidFill>
              </a:defRPr>
            </a:lvl7pPr>
            <a:lvl8pPr lvl="7" algn="ctr">
              <a:spcBef>
                <a:spcPts val="762"/>
              </a:spcBef>
              <a:spcAft>
                <a:spcPts val="0"/>
              </a:spcAft>
              <a:buClr>
                <a:srgbClr val="888888"/>
              </a:buClr>
              <a:buSzPts val="3811"/>
              <a:buNone/>
              <a:defRPr>
                <a:solidFill>
                  <a:srgbClr val="888888"/>
                </a:solidFill>
              </a:defRPr>
            </a:lvl8pPr>
            <a:lvl9pPr lvl="8" algn="ctr">
              <a:spcBef>
                <a:spcPts val="762"/>
              </a:spcBef>
              <a:spcAft>
                <a:spcPts val="0"/>
              </a:spcAft>
              <a:buClr>
                <a:srgbClr val="888888"/>
              </a:buClr>
              <a:buSzPts val="3811"/>
              <a:buNone/>
              <a:defRPr>
                <a:solidFill>
                  <a:srgbClr val="888888"/>
                </a:solidFill>
              </a:defRPr>
            </a:lvl9pPr>
          </a:lstStyle>
          <a:p>
            <a:endParaRPr/>
          </a:p>
        </p:txBody>
      </p:sp>
      <p:sp>
        <p:nvSpPr>
          <p:cNvPr id="18" name="Google Shape;18;p4"/>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871273" y="3234273"/>
            <a:ext cx="15682921" cy="914773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1376492" y="8907084"/>
            <a:ext cx="14811647" cy="2752982"/>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7623"/>
              <a:buFont typeface="Calibri"/>
              <a:buNone/>
              <a:defRPr sz="7623"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1376492" y="5874955"/>
            <a:ext cx="14811647" cy="3032129"/>
          </a:xfrm>
          <a:prstGeom prst="rect">
            <a:avLst/>
          </a:prstGeom>
          <a:noFill/>
          <a:ln>
            <a:noFill/>
          </a:ln>
        </p:spPr>
        <p:txBody>
          <a:bodyPr spcFirstLastPara="1" wrap="square" lIns="91425" tIns="45700" rIns="91425" bIns="45700" anchor="b" anchorCtr="0">
            <a:normAutofit/>
          </a:bodyPr>
          <a:lstStyle>
            <a:lvl1pPr marL="457200" lvl="0" indent="-228600" algn="l">
              <a:spcBef>
                <a:spcPts val="762"/>
              </a:spcBef>
              <a:spcAft>
                <a:spcPts val="0"/>
              </a:spcAft>
              <a:buClr>
                <a:srgbClr val="888888"/>
              </a:buClr>
              <a:buSzPts val="3811"/>
              <a:buNone/>
              <a:defRPr sz="3811">
                <a:solidFill>
                  <a:srgbClr val="888888"/>
                </a:solidFill>
              </a:defRPr>
            </a:lvl1pPr>
            <a:lvl2pPr marL="914400" lvl="1" indent="-228600" algn="l">
              <a:spcBef>
                <a:spcPts val="686"/>
              </a:spcBef>
              <a:spcAft>
                <a:spcPts val="0"/>
              </a:spcAft>
              <a:buClr>
                <a:srgbClr val="888888"/>
              </a:buClr>
              <a:buSzPts val="3430"/>
              <a:buNone/>
              <a:defRPr sz="3430">
                <a:solidFill>
                  <a:srgbClr val="888888"/>
                </a:solidFill>
              </a:defRPr>
            </a:lvl2pPr>
            <a:lvl3pPr marL="1371600" lvl="2" indent="-228600" algn="l">
              <a:spcBef>
                <a:spcPts val="610"/>
              </a:spcBef>
              <a:spcAft>
                <a:spcPts val="0"/>
              </a:spcAft>
              <a:buClr>
                <a:srgbClr val="888888"/>
              </a:buClr>
              <a:buSzPts val="3049"/>
              <a:buNone/>
              <a:defRPr sz="3049">
                <a:solidFill>
                  <a:srgbClr val="888888"/>
                </a:solidFill>
              </a:defRPr>
            </a:lvl3pPr>
            <a:lvl4pPr marL="1828800" lvl="3" indent="-228600" algn="l">
              <a:spcBef>
                <a:spcPts val="534"/>
              </a:spcBef>
              <a:spcAft>
                <a:spcPts val="0"/>
              </a:spcAft>
              <a:buClr>
                <a:srgbClr val="888888"/>
              </a:buClr>
              <a:buSzPts val="2668"/>
              <a:buNone/>
              <a:defRPr sz="2668">
                <a:solidFill>
                  <a:srgbClr val="888888"/>
                </a:solidFill>
              </a:defRPr>
            </a:lvl4pPr>
            <a:lvl5pPr marL="2286000" lvl="4" indent="-228600" algn="l">
              <a:spcBef>
                <a:spcPts val="534"/>
              </a:spcBef>
              <a:spcAft>
                <a:spcPts val="0"/>
              </a:spcAft>
              <a:buClr>
                <a:srgbClr val="888888"/>
              </a:buClr>
              <a:buSzPts val="2668"/>
              <a:buNone/>
              <a:defRPr sz="2668">
                <a:solidFill>
                  <a:srgbClr val="888888"/>
                </a:solidFill>
              </a:defRPr>
            </a:lvl5pPr>
            <a:lvl6pPr marL="2743200" lvl="5" indent="-228600" algn="l">
              <a:spcBef>
                <a:spcPts val="534"/>
              </a:spcBef>
              <a:spcAft>
                <a:spcPts val="0"/>
              </a:spcAft>
              <a:buClr>
                <a:srgbClr val="888888"/>
              </a:buClr>
              <a:buSzPts val="2668"/>
              <a:buNone/>
              <a:defRPr sz="2668">
                <a:solidFill>
                  <a:srgbClr val="888888"/>
                </a:solidFill>
              </a:defRPr>
            </a:lvl6pPr>
            <a:lvl7pPr marL="3200400" lvl="6" indent="-228600" algn="l">
              <a:spcBef>
                <a:spcPts val="534"/>
              </a:spcBef>
              <a:spcAft>
                <a:spcPts val="0"/>
              </a:spcAft>
              <a:buClr>
                <a:srgbClr val="888888"/>
              </a:buClr>
              <a:buSzPts val="2668"/>
              <a:buNone/>
              <a:defRPr sz="2668">
                <a:solidFill>
                  <a:srgbClr val="888888"/>
                </a:solidFill>
              </a:defRPr>
            </a:lvl7pPr>
            <a:lvl8pPr marL="3657600" lvl="7" indent="-228600" algn="l">
              <a:spcBef>
                <a:spcPts val="534"/>
              </a:spcBef>
              <a:spcAft>
                <a:spcPts val="0"/>
              </a:spcAft>
              <a:buClr>
                <a:srgbClr val="888888"/>
              </a:buClr>
              <a:buSzPts val="2668"/>
              <a:buNone/>
              <a:defRPr sz="2668">
                <a:solidFill>
                  <a:srgbClr val="888888"/>
                </a:solidFill>
              </a:defRPr>
            </a:lvl8pPr>
            <a:lvl9pPr marL="4114800" lvl="8" indent="-228600" algn="l">
              <a:spcBef>
                <a:spcPts val="534"/>
              </a:spcBef>
              <a:spcAft>
                <a:spcPts val="0"/>
              </a:spcAft>
              <a:buClr>
                <a:srgbClr val="888888"/>
              </a:buClr>
              <a:buSzPts val="2668"/>
              <a:buNone/>
              <a:defRPr sz="2668">
                <a:solidFill>
                  <a:srgbClr val="888888"/>
                </a:solidFill>
              </a:defRPr>
            </a:lvl9pPr>
          </a:lstStyle>
          <a:p>
            <a:endParaRPr/>
          </a:p>
        </p:txBody>
      </p:sp>
      <p:sp>
        <p:nvSpPr>
          <p:cNvPr id="30" name="Google Shape;30;p6"/>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871273" y="3234273"/>
            <a:ext cx="7696248" cy="9147730"/>
          </a:xfrm>
          <a:prstGeom prst="rect">
            <a:avLst/>
          </a:prstGeom>
          <a:noFill/>
          <a:ln>
            <a:noFill/>
          </a:ln>
        </p:spPr>
        <p:txBody>
          <a:bodyPr spcFirstLastPara="1" wrap="square" lIns="91425" tIns="45700" rIns="91425" bIns="45700" anchor="t" anchorCtr="0">
            <a:normAutofit/>
          </a:bodyPr>
          <a:lstStyle>
            <a:lvl1pPr marL="457200" lvl="0" indent="-567436" algn="l">
              <a:spcBef>
                <a:spcPts val="1067"/>
              </a:spcBef>
              <a:spcAft>
                <a:spcPts val="0"/>
              </a:spcAft>
              <a:buClr>
                <a:schemeClr val="dk1"/>
              </a:buClr>
              <a:buSzPts val="5336"/>
              <a:buChar char="•"/>
              <a:defRPr sz="5336"/>
            </a:lvl1pPr>
            <a:lvl2pPr marL="914400" lvl="1" indent="-519049" algn="l">
              <a:spcBef>
                <a:spcPts val="915"/>
              </a:spcBef>
              <a:spcAft>
                <a:spcPts val="0"/>
              </a:spcAft>
              <a:buClr>
                <a:schemeClr val="dk1"/>
              </a:buClr>
              <a:buSzPts val="4574"/>
              <a:buChar char="–"/>
              <a:defRPr sz="4574"/>
            </a:lvl2pPr>
            <a:lvl3pPr marL="1371600" lvl="2" indent="-470599" algn="l">
              <a:spcBef>
                <a:spcPts val="762"/>
              </a:spcBef>
              <a:spcAft>
                <a:spcPts val="0"/>
              </a:spcAft>
              <a:buClr>
                <a:schemeClr val="dk1"/>
              </a:buClr>
              <a:buSzPts val="3811"/>
              <a:buChar char="•"/>
              <a:defRPr sz="3811"/>
            </a:lvl3pPr>
            <a:lvl4pPr marL="1828800" lvl="3" indent="-446405" algn="l">
              <a:spcBef>
                <a:spcPts val="686"/>
              </a:spcBef>
              <a:spcAft>
                <a:spcPts val="0"/>
              </a:spcAft>
              <a:buClr>
                <a:schemeClr val="dk1"/>
              </a:buClr>
              <a:buSzPts val="3430"/>
              <a:buChar char="–"/>
              <a:defRPr sz="3430"/>
            </a:lvl4pPr>
            <a:lvl5pPr marL="2286000" lvl="4" indent="-446405" algn="l">
              <a:spcBef>
                <a:spcPts val="686"/>
              </a:spcBef>
              <a:spcAft>
                <a:spcPts val="0"/>
              </a:spcAft>
              <a:buClr>
                <a:schemeClr val="dk1"/>
              </a:buClr>
              <a:buSzPts val="3430"/>
              <a:buChar char="»"/>
              <a:defRPr sz="3430"/>
            </a:lvl5pPr>
            <a:lvl6pPr marL="2743200" lvl="5" indent="-446405" algn="l">
              <a:spcBef>
                <a:spcPts val="686"/>
              </a:spcBef>
              <a:spcAft>
                <a:spcPts val="0"/>
              </a:spcAft>
              <a:buClr>
                <a:schemeClr val="dk1"/>
              </a:buClr>
              <a:buSzPts val="3430"/>
              <a:buChar char="•"/>
              <a:defRPr sz="3430"/>
            </a:lvl6pPr>
            <a:lvl7pPr marL="3200400" lvl="6" indent="-446405" algn="l">
              <a:spcBef>
                <a:spcPts val="686"/>
              </a:spcBef>
              <a:spcAft>
                <a:spcPts val="0"/>
              </a:spcAft>
              <a:buClr>
                <a:schemeClr val="dk1"/>
              </a:buClr>
              <a:buSzPts val="3430"/>
              <a:buChar char="•"/>
              <a:defRPr sz="3430"/>
            </a:lvl7pPr>
            <a:lvl8pPr marL="3657600" lvl="7" indent="-446405" algn="l">
              <a:spcBef>
                <a:spcPts val="686"/>
              </a:spcBef>
              <a:spcAft>
                <a:spcPts val="0"/>
              </a:spcAft>
              <a:buClr>
                <a:schemeClr val="dk1"/>
              </a:buClr>
              <a:buSzPts val="3430"/>
              <a:buChar char="•"/>
              <a:defRPr sz="3430"/>
            </a:lvl8pPr>
            <a:lvl9pPr marL="4114800" lvl="8" indent="-446405" algn="l">
              <a:spcBef>
                <a:spcPts val="686"/>
              </a:spcBef>
              <a:spcAft>
                <a:spcPts val="0"/>
              </a:spcAft>
              <a:buClr>
                <a:schemeClr val="dk1"/>
              </a:buClr>
              <a:buSzPts val="3430"/>
              <a:buChar char="•"/>
              <a:defRPr sz="3430"/>
            </a:lvl9pPr>
          </a:lstStyle>
          <a:p>
            <a:endParaRPr/>
          </a:p>
        </p:txBody>
      </p:sp>
      <p:sp>
        <p:nvSpPr>
          <p:cNvPr id="36" name="Google Shape;36;p7"/>
          <p:cNvSpPr txBox="1">
            <a:spLocks noGrp="1"/>
          </p:cNvSpPr>
          <p:nvPr>
            <p:ph type="body" idx="2"/>
          </p:nvPr>
        </p:nvSpPr>
        <p:spPr>
          <a:xfrm>
            <a:off x="8857946" y="3234273"/>
            <a:ext cx="7696248" cy="9147730"/>
          </a:xfrm>
          <a:prstGeom prst="rect">
            <a:avLst/>
          </a:prstGeom>
          <a:noFill/>
          <a:ln>
            <a:noFill/>
          </a:ln>
        </p:spPr>
        <p:txBody>
          <a:bodyPr spcFirstLastPara="1" wrap="square" lIns="91425" tIns="45700" rIns="91425" bIns="45700" anchor="t" anchorCtr="0">
            <a:normAutofit/>
          </a:bodyPr>
          <a:lstStyle>
            <a:lvl1pPr marL="457200" lvl="0" indent="-567436" algn="l">
              <a:spcBef>
                <a:spcPts val="1067"/>
              </a:spcBef>
              <a:spcAft>
                <a:spcPts val="0"/>
              </a:spcAft>
              <a:buClr>
                <a:schemeClr val="dk1"/>
              </a:buClr>
              <a:buSzPts val="5336"/>
              <a:buChar char="•"/>
              <a:defRPr sz="5336"/>
            </a:lvl1pPr>
            <a:lvl2pPr marL="914400" lvl="1" indent="-519049" algn="l">
              <a:spcBef>
                <a:spcPts val="915"/>
              </a:spcBef>
              <a:spcAft>
                <a:spcPts val="0"/>
              </a:spcAft>
              <a:buClr>
                <a:schemeClr val="dk1"/>
              </a:buClr>
              <a:buSzPts val="4574"/>
              <a:buChar char="–"/>
              <a:defRPr sz="4574"/>
            </a:lvl2pPr>
            <a:lvl3pPr marL="1371600" lvl="2" indent="-470599" algn="l">
              <a:spcBef>
                <a:spcPts val="762"/>
              </a:spcBef>
              <a:spcAft>
                <a:spcPts val="0"/>
              </a:spcAft>
              <a:buClr>
                <a:schemeClr val="dk1"/>
              </a:buClr>
              <a:buSzPts val="3811"/>
              <a:buChar char="•"/>
              <a:defRPr sz="3811"/>
            </a:lvl3pPr>
            <a:lvl4pPr marL="1828800" lvl="3" indent="-446405" algn="l">
              <a:spcBef>
                <a:spcPts val="686"/>
              </a:spcBef>
              <a:spcAft>
                <a:spcPts val="0"/>
              </a:spcAft>
              <a:buClr>
                <a:schemeClr val="dk1"/>
              </a:buClr>
              <a:buSzPts val="3430"/>
              <a:buChar char="–"/>
              <a:defRPr sz="3430"/>
            </a:lvl4pPr>
            <a:lvl5pPr marL="2286000" lvl="4" indent="-446405" algn="l">
              <a:spcBef>
                <a:spcPts val="686"/>
              </a:spcBef>
              <a:spcAft>
                <a:spcPts val="0"/>
              </a:spcAft>
              <a:buClr>
                <a:schemeClr val="dk1"/>
              </a:buClr>
              <a:buSzPts val="3430"/>
              <a:buChar char="»"/>
              <a:defRPr sz="3430"/>
            </a:lvl5pPr>
            <a:lvl6pPr marL="2743200" lvl="5" indent="-446405" algn="l">
              <a:spcBef>
                <a:spcPts val="686"/>
              </a:spcBef>
              <a:spcAft>
                <a:spcPts val="0"/>
              </a:spcAft>
              <a:buClr>
                <a:schemeClr val="dk1"/>
              </a:buClr>
              <a:buSzPts val="3430"/>
              <a:buChar char="•"/>
              <a:defRPr sz="3430"/>
            </a:lvl6pPr>
            <a:lvl7pPr marL="3200400" lvl="6" indent="-446405" algn="l">
              <a:spcBef>
                <a:spcPts val="686"/>
              </a:spcBef>
              <a:spcAft>
                <a:spcPts val="0"/>
              </a:spcAft>
              <a:buClr>
                <a:schemeClr val="dk1"/>
              </a:buClr>
              <a:buSzPts val="3430"/>
              <a:buChar char="•"/>
              <a:defRPr sz="3430"/>
            </a:lvl7pPr>
            <a:lvl8pPr marL="3657600" lvl="7" indent="-446405" algn="l">
              <a:spcBef>
                <a:spcPts val="686"/>
              </a:spcBef>
              <a:spcAft>
                <a:spcPts val="0"/>
              </a:spcAft>
              <a:buClr>
                <a:schemeClr val="dk1"/>
              </a:buClr>
              <a:buSzPts val="3430"/>
              <a:buChar char="•"/>
              <a:defRPr sz="3430"/>
            </a:lvl8pPr>
            <a:lvl9pPr marL="4114800" lvl="8" indent="-446405" algn="l">
              <a:spcBef>
                <a:spcPts val="686"/>
              </a:spcBef>
              <a:spcAft>
                <a:spcPts val="0"/>
              </a:spcAft>
              <a:buClr>
                <a:schemeClr val="dk1"/>
              </a:buClr>
              <a:buSzPts val="3430"/>
              <a:buChar char="•"/>
              <a:defRPr sz="3430"/>
            </a:lvl9pPr>
          </a:lstStyle>
          <a:p>
            <a:endParaRPr/>
          </a:p>
        </p:txBody>
      </p:sp>
      <p:sp>
        <p:nvSpPr>
          <p:cNvPr id="37" name="Google Shape;37;p7"/>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8385"/>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871273" y="3102721"/>
            <a:ext cx="7699274" cy="1293066"/>
          </a:xfrm>
          <a:prstGeom prst="rect">
            <a:avLst/>
          </a:prstGeom>
          <a:noFill/>
          <a:ln>
            <a:noFill/>
          </a:ln>
        </p:spPr>
        <p:txBody>
          <a:bodyPr spcFirstLastPara="1" wrap="square" lIns="91425" tIns="45700" rIns="91425" bIns="45700" anchor="b" anchorCtr="0">
            <a:normAutofit/>
          </a:bodyPr>
          <a:lstStyle>
            <a:lvl1pPr marL="457200" lvl="0" indent="-228600" algn="l">
              <a:spcBef>
                <a:spcPts val="915"/>
              </a:spcBef>
              <a:spcAft>
                <a:spcPts val="0"/>
              </a:spcAft>
              <a:buClr>
                <a:schemeClr val="dk1"/>
              </a:buClr>
              <a:buSzPts val="4574"/>
              <a:buNone/>
              <a:defRPr sz="4574" b="1"/>
            </a:lvl1pPr>
            <a:lvl2pPr marL="914400" lvl="1" indent="-228600" algn="l">
              <a:spcBef>
                <a:spcPts val="762"/>
              </a:spcBef>
              <a:spcAft>
                <a:spcPts val="0"/>
              </a:spcAft>
              <a:buClr>
                <a:schemeClr val="dk1"/>
              </a:buClr>
              <a:buSzPts val="3811"/>
              <a:buNone/>
              <a:defRPr sz="3811" b="1"/>
            </a:lvl2pPr>
            <a:lvl3pPr marL="1371600" lvl="2" indent="-228600" algn="l">
              <a:spcBef>
                <a:spcPts val="686"/>
              </a:spcBef>
              <a:spcAft>
                <a:spcPts val="0"/>
              </a:spcAft>
              <a:buClr>
                <a:schemeClr val="dk1"/>
              </a:buClr>
              <a:buSzPts val="3430"/>
              <a:buNone/>
              <a:defRPr sz="3430" b="1"/>
            </a:lvl3pPr>
            <a:lvl4pPr marL="1828800" lvl="3" indent="-228600" algn="l">
              <a:spcBef>
                <a:spcPts val="610"/>
              </a:spcBef>
              <a:spcAft>
                <a:spcPts val="0"/>
              </a:spcAft>
              <a:buClr>
                <a:schemeClr val="dk1"/>
              </a:buClr>
              <a:buSzPts val="3049"/>
              <a:buNone/>
              <a:defRPr sz="3049" b="1"/>
            </a:lvl4pPr>
            <a:lvl5pPr marL="2286000" lvl="4" indent="-228600" algn="l">
              <a:spcBef>
                <a:spcPts val="610"/>
              </a:spcBef>
              <a:spcAft>
                <a:spcPts val="0"/>
              </a:spcAft>
              <a:buClr>
                <a:schemeClr val="dk1"/>
              </a:buClr>
              <a:buSzPts val="3049"/>
              <a:buNone/>
              <a:defRPr sz="3049" b="1"/>
            </a:lvl5pPr>
            <a:lvl6pPr marL="2743200" lvl="5" indent="-228600" algn="l">
              <a:spcBef>
                <a:spcPts val="610"/>
              </a:spcBef>
              <a:spcAft>
                <a:spcPts val="0"/>
              </a:spcAft>
              <a:buClr>
                <a:schemeClr val="dk1"/>
              </a:buClr>
              <a:buSzPts val="3049"/>
              <a:buNone/>
              <a:defRPr sz="3049" b="1"/>
            </a:lvl6pPr>
            <a:lvl7pPr marL="3200400" lvl="6" indent="-228600" algn="l">
              <a:spcBef>
                <a:spcPts val="610"/>
              </a:spcBef>
              <a:spcAft>
                <a:spcPts val="0"/>
              </a:spcAft>
              <a:buClr>
                <a:schemeClr val="dk1"/>
              </a:buClr>
              <a:buSzPts val="3049"/>
              <a:buNone/>
              <a:defRPr sz="3049" b="1"/>
            </a:lvl7pPr>
            <a:lvl8pPr marL="3657600" lvl="7" indent="-228600" algn="l">
              <a:spcBef>
                <a:spcPts val="610"/>
              </a:spcBef>
              <a:spcAft>
                <a:spcPts val="0"/>
              </a:spcAft>
              <a:buClr>
                <a:schemeClr val="dk1"/>
              </a:buClr>
              <a:buSzPts val="3049"/>
              <a:buNone/>
              <a:defRPr sz="3049" b="1"/>
            </a:lvl8pPr>
            <a:lvl9pPr marL="4114800" lvl="8" indent="-228600" algn="l">
              <a:spcBef>
                <a:spcPts val="610"/>
              </a:spcBef>
              <a:spcAft>
                <a:spcPts val="0"/>
              </a:spcAft>
              <a:buClr>
                <a:schemeClr val="dk1"/>
              </a:buClr>
              <a:buSzPts val="3049"/>
              <a:buNone/>
              <a:defRPr sz="3049" b="1"/>
            </a:lvl9pPr>
          </a:lstStyle>
          <a:p>
            <a:endParaRPr/>
          </a:p>
        </p:txBody>
      </p:sp>
      <p:sp>
        <p:nvSpPr>
          <p:cNvPr id="43" name="Google Shape;43;p8"/>
          <p:cNvSpPr txBox="1">
            <a:spLocks noGrp="1"/>
          </p:cNvSpPr>
          <p:nvPr>
            <p:ph type="body" idx="2"/>
          </p:nvPr>
        </p:nvSpPr>
        <p:spPr>
          <a:xfrm>
            <a:off x="871273" y="4395787"/>
            <a:ext cx="7699274" cy="7986215"/>
          </a:xfrm>
          <a:prstGeom prst="rect">
            <a:avLst/>
          </a:prstGeom>
          <a:noFill/>
          <a:ln>
            <a:noFill/>
          </a:ln>
        </p:spPr>
        <p:txBody>
          <a:bodyPr spcFirstLastPara="1" wrap="square" lIns="91425" tIns="45700" rIns="91425" bIns="45700" anchor="t" anchorCtr="0">
            <a:normAutofit/>
          </a:bodyPr>
          <a:lstStyle>
            <a:lvl1pPr marL="457200" lvl="0" indent="-519049" algn="l">
              <a:spcBef>
                <a:spcPts val="915"/>
              </a:spcBef>
              <a:spcAft>
                <a:spcPts val="0"/>
              </a:spcAft>
              <a:buClr>
                <a:schemeClr val="dk1"/>
              </a:buClr>
              <a:buSzPts val="4574"/>
              <a:buChar char="•"/>
              <a:defRPr sz="4574"/>
            </a:lvl1pPr>
            <a:lvl2pPr marL="914400" lvl="1" indent="-470599" algn="l">
              <a:spcBef>
                <a:spcPts val="762"/>
              </a:spcBef>
              <a:spcAft>
                <a:spcPts val="0"/>
              </a:spcAft>
              <a:buClr>
                <a:schemeClr val="dk1"/>
              </a:buClr>
              <a:buSzPts val="3811"/>
              <a:buChar char="–"/>
              <a:defRPr sz="3811"/>
            </a:lvl2pPr>
            <a:lvl3pPr marL="1371600" lvl="2" indent="-446405" algn="l">
              <a:spcBef>
                <a:spcPts val="686"/>
              </a:spcBef>
              <a:spcAft>
                <a:spcPts val="0"/>
              </a:spcAft>
              <a:buClr>
                <a:schemeClr val="dk1"/>
              </a:buClr>
              <a:buSzPts val="3430"/>
              <a:buChar char="•"/>
              <a:defRPr sz="3430"/>
            </a:lvl3pPr>
            <a:lvl4pPr marL="1828800" lvl="3" indent="-422212" algn="l">
              <a:spcBef>
                <a:spcPts val="610"/>
              </a:spcBef>
              <a:spcAft>
                <a:spcPts val="0"/>
              </a:spcAft>
              <a:buClr>
                <a:schemeClr val="dk1"/>
              </a:buClr>
              <a:buSzPts val="3049"/>
              <a:buChar char="–"/>
              <a:defRPr sz="3049"/>
            </a:lvl4pPr>
            <a:lvl5pPr marL="2286000" lvl="4" indent="-422211" algn="l">
              <a:spcBef>
                <a:spcPts val="610"/>
              </a:spcBef>
              <a:spcAft>
                <a:spcPts val="0"/>
              </a:spcAft>
              <a:buClr>
                <a:schemeClr val="dk1"/>
              </a:buClr>
              <a:buSzPts val="3049"/>
              <a:buChar char="»"/>
              <a:defRPr sz="3049"/>
            </a:lvl5pPr>
            <a:lvl6pPr marL="2743200" lvl="5" indent="-422211" algn="l">
              <a:spcBef>
                <a:spcPts val="610"/>
              </a:spcBef>
              <a:spcAft>
                <a:spcPts val="0"/>
              </a:spcAft>
              <a:buClr>
                <a:schemeClr val="dk1"/>
              </a:buClr>
              <a:buSzPts val="3049"/>
              <a:buChar char="•"/>
              <a:defRPr sz="3049"/>
            </a:lvl6pPr>
            <a:lvl7pPr marL="3200400" lvl="6" indent="-422211" algn="l">
              <a:spcBef>
                <a:spcPts val="610"/>
              </a:spcBef>
              <a:spcAft>
                <a:spcPts val="0"/>
              </a:spcAft>
              <a:buClr>
                <a:schemeClr val="dk1"/>
              </a:buClr>
              <a:buSzPts val="3049"/>
              <a:buChar char="•"/>
              <a:defRPr sz="3049"/>
            </a:lvl7pPr>
            <a:lvl8pPr marL="3657600" lvl="7" indent="-422211" algn="l">
              <a:spcBef>
                <a:spcPts val="610"/>
              </a:spcBef>
              <a:spcAft>
                <a:spcPts val="0"/>
              </a:spcAft>
              <a:buClr>
                <a:schemeClr val="dk1"/>
              </a:buClr>
              <a:buSzPts val="3049"/>
              <a:buChar char="•"/>
              <a:defRPr sz="3049"/>
            </a:lvl8pPr>
            <a:lvl9pPr marL="4114800" lvl="8" indent="-422211" algn="l">
              <a:spcBef>
                <a:spcPts val="610"/>
              </a:spcBef>
              <a:spcAft>
                <a:spcPts val="0"/>
              </a:spcAft>
              <a:buClr>
                <a:schemeClr val="dk1"/>
              </a:buClr>
              <a:buSzPts val="3049"/>
              <a:buChar char="•"/>
              <a:defRPr sz="3049"/>
            </a:lvl9pPr>
          </a:lstStyle>
          <a:p>
            <a:endParaRPr/>
          </a:p>
        </p:txBody>
      </p:sp>
      <p:sp>
        <p:nvSpPr>
          <p:cNvPr id="44" name="Google Shape;44;p8"/>
          <p:cNvSpPr txBox="1">
            <a:spLocks noGrp="1"/>
          </p:cNvSpPr>
          <p:nvPr>
            <p:ph type="body" idx="3"/>
          </p:nvPr>
        </p:nvSpPr>
        <p:spPr>
          <a:xfrm>
            <a:off x="8851896" y="3102721"/>
            <a:ext cx="7702299" cy="1293066"/>
          </a:xfrm>
          <a:prstGeom prst="rect">
            <a:avLst/>
          </a:prstGeom>
          <a:noFill/>
          <a:ln>
            <a:noFill/>
          </a:ln>
        </p:spPr>
        <p:txBody>
          <a:bodyPr spcFirstLastPara="1" wrap="square" lIns="91425" tIns="45700" rIns="91425" bIns="45700" anchor="b" anchorCtr="0">
            <a:normAutofit/>
          </a:bodyPr>
          <a:lstStyle>
            <a:lvl1pPr marL="457200" lvl="0" indent="-228600" algn="l">
              <a:spcBef>
                <a:spcPts val="915"/>
              </a:spcBef>
              <a:spcAft>
                <a:spcPts val="0"/>
              </a:spcAft>
              <a:buClr>
                <a:schemeClr val="dk1"/>
              </a:buClr>
              <a:buSzPts val="4574"/>
              <a:buNone/>
              <a:defRPr sz="4574" b="1"/>
            </a:lvl1pPr>
            <a:lvl2pPr marL="914400" lvl="1" indent="-228600" algn="l">
              <a:spcBef>
                <a:spcPts val="762"/>
              </a:spcBef>
              <a:spcAft>
                <a:spcPts val="0"/>
              </a:spcAft>
              <a:buClr>
                <a:schemeClr val="dk1"/>
              </a:buClr>
              <a:buSzPts val="3811"/>
              <a:buNone/>
              <a:defRPr sz="3811" b="1"/>
            </a:lvl2pPr>
            <a:lvl3pPr marL="1371600" lvl="2" indent="-228600" algn="l">
              <a:spcBef>
                <a:spcPts val="686"/>
              </a:spcBef>
              <a:spcAft>
                <a:spcPts val="0"/>
              </a:spcAft>
              <a:buClr>
                <a:schemeClr val="dk1"/>
              </a:buClr>
              <a:buSzPts val="3430"/>
              <a:buNone/>
              <a:defRPr sz="3430" b="1"/>
            </a:lvl3pPr>
            <a:lvl4pPr marL="1828800" lvl="3" indent="-228600" algn="l">
              <a:spcBef>
                <a:spcPts val="610"/>
              </a:spcBef>
              <a:spcAft>
                <a:spcPts val="0"/>
              </a:spcAft>
              <a:buClr>
                <a:schemeClr val="dk1"/>
              </a:buClr>
              <a:buSzPts val="3049"/>
              <a:buNone/>
              <a:defRPr sz="3049" b="1"/>
            </a:lvl4pPr>
            <a:lvl5pPr marL="2286000" lvl="4" indent="-228600" algn="l">
              <a:spcBef>
                <a:spcPts val="610"/>
              </a:spcBef>
              <a:spcAft>
                <a:spcPts val="0"/>
              </a:spcAft>
              <a:buClr>
                <a:schemeClr val="dk1"/>
              </a:buClr>
              <a:buSzPts val="3049"/>
              <a:buNone/>
              <a:defRPr sz="3049" b="1"/>
            </a:lvl5pPr>
            <a:lvl6pPr marL="2743200" lvl="5" indent="-228600" algn="l">
              <a:spcBef>
                <a:spcPts val="610"/>
              </a:spcBef>
              <a:spcAft>
                <a:spcPts val="0"/>
              </a:spcAft>
              <a:buClr>
                <a:schemeClr val="dk1"/>
              </a:buClr>
              <a:buSzPts val="3049"/>
              <a:buNone/>
              <a:defRPr sz="3049" b="1"/>
            </a:lvl6pPr>
            <a:lvl7pPr marL="3200400" lvl="6" indent="-228600" algn="l">
              <a:spcBef>
                <a:spcPts val="610"/>
              </a:spcBef>
              <a:spcAft>
                <a:spcPts val="0"/>
              </a:spcAft>
              <a:buClr>
                <a:schemeClr val="dk1"/>
              </a:buClr>
              <a:buSzPts val="3049"/>
              <a:buNone/>
              <a:defRPr sz="3049" b="1"/>
            </a:lvl7pPr>
            <a:lvl8pPr marL="3657600" lvl="7" indent="-228600" algn="l">
              <a:spcBef>
                <a:spcPts val="610"/>
              </a:spcBef>
              <a:spcAft>
                <a:spcPts val="0"/>
              </a:spcAft>
              <a:buClr>
                <a:schemeClr val="dk1"/>
              </a:buClr>
              <a:buSzPts val="3049"/>
              <a:buNone/>
              <a:defRPr sz="3049" b="1"/>
            </a:lvl8pPr>
            <a:lvl9pPr marL="4114800" lvl="8" indent="-228600" algn="l">
              <a:spcBef>
                <a:spcPts val="610"/>
              </a:spcBef>
              <a:spcAft>
                <a:spcPts val="0"/>
              </a:spcAft>
              <a:buClr>
                <a:schemeClr val="dk1"/>
              </a:buClr>
              <a:buSzPts val="3049"/>
              <a:buNone/>
              <a:defRPr sz="3049" b="1"/>
            </a:lvl9pPr>
          </a:lstStyle>
          <a:p>
            <a:endParaRPr/>
          </a:p>
        </p:txBody>
      </p:sp>
      <p:sp>
        <p:nvSpPr>
          <p:cNvPr id="45" name="Google Shape;45;p8"/>
          <p:cNvSpPr txBox="1">
            <a:spLocks noGrp="1"/>
          </p:cNvSpPr>
          <p:nvPr>
            <p:ph type="body" idx="4"/>
          </p:nvPr>
        </p:nvSpPr>
        <p:spPr>
          <a:xfrm>
            <a:off x="8851896" y="4395787"/>
            <a:ext cx="7702299" cy="7986215"/>
          </a:xfrm>
          <a:prstGeom prst="rect">
            <a:avLst/>
          </a:prstGeom>
          <a:noFill/>
          <a:ln>
            <a:noFill/>
          </a:ln>
        </p:spPr>
        <p:txBody>
          <a:bodyPr spcFirstLastPara="1" wrap="square" lIns="91425" tIns="45700" rIns="91425" bIns="45700" anchor="t" anchorCtr="0">
            <a:normAutofit/>
          </a:bodyPr>
          <a:lstStyle>
            <a:lvl1pPr marL="457200" lvl="0" indent="-519049" algn="l">
              <a:spcBef>
                <a:spcPts val="915"/>
              </a:spcBef>
              <a:spcAft>
                <a:spcPts val="0"/>
              </a:spcAft>
              <a:buClr>
                <a:schemeClr val="dk1"/>
              </a:buClr>
              <a:buSzPts val="4574"/>
              <a:buChar char="•"/>
              <a:defRPr sz="4574"/>
            </a:lvl1pPr>
            <a:lvl2pPr marL="914400" lvl="1" indent="-470599" algn="l">
              <a:spcBef>
                <a:spcPts val="762"/>
              </a:spcBef>
              <a:spcAft>
                <a:spcPts val="0"/>
              </a:spcAft>
              <a:buClr>
                <a:schemeClr val="dk1"/>
              </a:buClr>
              <a:buSzPts val="3811"/>
              <a:buChar char="–"/>
              <a:defRPr sz="3811"/>
            </a:lvl2pPr>
            <a:lvl3pPr marL="1371600" lvl="2" indent="-446405" algn="l">
              <a:spcBef>
                <a:spcPts val="686"/>
              </a:spcBef>
              <a:spcAft>
                <a:spcPts val="0"/>
              </a:spcAft>
              <a:buClr>
                <a:schemeClr val="dk1"/>
              </a:buClr>
              <a:buSzPts val="3430"/>
              <a:buChar char="•"/>
              <a:defRPr sz="3430"/>
            </a:lvl3pPr>
            <a:lvl4pPr marL="1828800" lvl="3" indent="-422212" algn="l">
              <a:spcBef>
                <a:spcPts val="610"/>
              </a:spcBef>
              <a:spcAft>
                <a:spcPts val="0"/>
              </a:spcAft>
              <a:buClr>
                <a:schemeClr val="dk1"/>
              </a:buClr>
              <a:buSzPts val="3049"/>
              <a:buChar char="–"/>
              <a:defRPr sz="3049"/>
            </a:lvl4pPr>
            <a:lvl5pPr marL="2286000" lvl="4" indent="-422211" algn="l">
              <a:spcBef>
                <a:spcPts val="610"/>
              </a:spcBef>
              <a:spcAft>
                <a:spcPts val="0"/>
              </a:spcAft>
              <a:buClr>
                <a:schemeClr val="dk1"/>
              </a:buClr>
              <a:buSzPts val="3049"/>
              <a:buChar char="»"/>
              <a:defRPr sz="3049"/>
            </a:lvl5pPr>
            <a:lvl6pPr marL="2743200" lvl="5" indent="-422211" algn="l">
              <a:spcBef>
                <a:spcPts val="610"/>
              </a:spcBef>
              <a:spcAft>
                <a:spcPts val="0"/>
              </a:spcAft>
              <a:buClr>
                <a:schemeClr val="dk1"/>
              </a:buClr>
              <a:buSzPts val="3049"/>
              <a:buChar char="•"/>
              <a:defRPr sz="3049"/>
            </a:lvl6pPr>
            <a:lvl7pPr marL="3200400" lvl="6" indent="-422211" algn="l">
              <a:spcBef>
                <a:spcPts val="610"/>
              </a:spcBef>
              <a:spcAft>
                <a:spcPts val="0"/>
              </a:spcAft>
              <a:buClr>
                <a:schemeClr val="dk1"/>
              </a:buClr>
              <a:buSzPts val="3049"/>
              <a:buChar char="•"/>
              <a:defRPr sz="3049"/>
            </a:lvl7pPr>
            <a:lvl8pPr marL="3657600" lvl="7" indent="-422211" algn="l">
              <a:spcBef>
                <a:spcPts val="610"/>
              </a:spcBef>
              <a:spcAft>
                <a:spcPts val="0"/>
              </a:spcAft>
              <a:buClr>
                <a:schemeClr val="dk1"/>
              </a:buClr>
              <a:buSzPts val="3049"/>
              <a:buChar char="•"/>
              <a:defRPr sz="3049"/>
            </a:lvl8pPr>
            <a:lvl9pPr marL="4114800" lvl="8" indent="-422211" algn="l">
              <a:spcBef>
                <a:spcPts val="610"/>
              </a:spcBef>
              <a:spcAft>
                <a:spcPts val="0"/>
              </a:spcAft>
              <a:buClr>
                <a:schemeClr val="dk1"/>
              </a:buClr>
              <a:buSzPts val="3049"/>
              <a:buChar char="•"/>
              <a:defRPr sz="3049"/>
            </a:lvl9pPr>
          </a:lstStyle>
          <a:p>
            <a:endParaRPr/>
          </a:p>
        </p:txBody>
      </p:sp>
      <p:sp>
        <p:nvSpPr>
          <p:cNvPr id="46" name="Google Shape;46;p8"/>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71274" y="551880"/>
            <a:ext cx="5732859" cy="234869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3811"/>
              <a:buFont typeface="Calibri"/>
              <a:buNone/>
              <a:defRPr sz="3811"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6812874" y="551881"/>
            <a:ext cx="9741320" cy="11830122"/>
          </a:xfrm>
          <a:prstGeom prst="rect">
            <a:avLst/>
          </a:prstGeom>
          <a:noFill/>
          <a:ln>
            <a:noFill/>
          </a:ln>
        </p:spPr>
        <p:txBody>
          <a:bodyPr spcFirstLastPara="1" wrap="square" lIns="91425" tIns="45700" rIns="91425" bIns="45700" anchor="t" anchorCtr="0">
            <a:normAutofit/>
          </a:bodyPr>
          <a:lstStyle>
            <a:lvl1pPr marL="457200" lvl="0" indent="-615823" algn="l">
              <a:spcBef>
                <a:spcPts val="1220"/>
              </a:spcBef>
              <a:spcAft>
                <a:spcPts val="0"/>
              </a:spcAft>
              <a:buClr>
                <a:schemeClr val="dk1"/>
              </a:buClr>
              <a:buSzPts val="6098"/>
              <a:buChar char="•"/>
              <a:defRPr sz="6098"/>
            </a:lvl1pPr>
            <a:lvl2pPr marL="914400" lvl="1" indent="-567436" algn="l">
              <a:spcBef>
                <a:spcPts val="1067"/>
              </a:spcBef>
              <a:spcAft>
                <a:spcPts val="0"/>
              </a:spcAft>
              <a:buClr>
                <a:schemeClr val="dk1"/>
              </a:buClr>
              <a:buSzPts val="5336"/>
              <a:buChar char="–"/>
              <a:defRPr sz="5336"/>
            </a:lvl2pPr>
            <a:lvl3pPr marL="1371600" lvl="2" indent="-519049" algn="l">
              <a:spcBef>
                <a:spcPts val="915"/>
              </a:spcBef>
              <a:spcAft>
                <a:spcPts val="0"/>
              </a:spcAft>
              <a:buClr>
                <a:schemeClr val="dk1"/>
              </a:buClr>
              <a:buSzPts val="4574"/>
              <a:buChar char="•"/>
              <a:defRPr sz="4574"/>
            </a:lvl3pPr>
            <a:lvl4pPr marL="1828800" lvl="3" indent="-470599" algn="l">
              <a:spcBef>
                <a:spcPts val="762"/>
              </a:spcBef>
              <a:spcAft>
                <a:spcPts val="0"/>
              </a:spcAft>
              <a:buClr>
                <a:schemeClr val="dk1"/>
              </a:buClr>
              <a:buSzPts val="3811"/>
              <a:buChar char="–"/>
              <a:defRPr sz="3811"/>
            </a:lvl4pPr>
            <a:lvl5pPr marL="2286000" lvl="4" indent="-470598" algn="l">
              <a:spcBef>
                <a:spcPts val="762"/>
              </a:spcBef>
              <a:spcAft>
                <a:spcPts val="0"/>
              </a:spcAft>
              <a:buClr>
                <a:schemeClr val="dk1"/>
              </a:buClr>
              <a:buSzPts val="3811"/>
              <a:buChar char="»"/>
              <a:defRPr sz="3811"/>
            </a:lvl5pPr>
            <a:lvl6pPr marL="2743200" lvl="5" indent="-470598" algn="l">
              <a:spcBef>
                <a:spcPts val="762"/>
              </a:spcBef>
              <a:spcAft>
                <a:spcPts val="0"/>
              </a:spcAft>
              <a:buClr>
                <a:schemeClr val="dk1"/>
              </a:buClr>
              <a:buSzPts val="3811"/>
              <a:buChar char="•"/>
              <a:defRPr sz="3811"/>
            </a:lvl6pPr>
            <a:lvl7pPr marL="3200400" lvl="6" indent="-470598" algn="l">
              <a:spcBef>
                <a:spcPts val="762"/>
              </a:spcBef>
              <a:spcAft>
                <a:spcPts val="0"/>
              </a:spcAft>
              <a:buClr>
                <a:schemeClr val="dk1"/>
              </a:buClr>
              <a:buSzPts val="3811"/>
              <a:buChar char="•"/>
              <a:defRPr sz="3811"/>
            </a:lvl7pPr>
            <a:lvl8pPr marL="3657600" lvl="7" indent="-470598" algn="l">
              <a:spcBef>
                <a:spcPts val="762"/>
              </a:spcBef>
              <a:spcAft>
                <a:spcPts val="0"/>
              </a:spcAft>
              <a:buClr>
                <a:schemeClr val="dk1"/>
              </a:buClr>
              <a:buSzPts val="3811"/>
              <a:buChar char="•"/>
              <a:defRPr sz="3811"/>
            </a:lvl8pPr>
            <a:lvl9pPr marL="4114800" lvl="8" indent="-470598" algn="l">
              <a:spcBef>
                <a:spcPts val="762"/>
              </a:spcBef>
              <a:spcAft>
                <a:spcPts val="0"/>
              </a:spcAft>
              <a:buClr>
                <a:schemeClr val="dk1"/>
              </a:buClr>
              <a:buSzPts val="3811"/>
              <a:buChar char="•"/>
              <a:defRPr sz="3811"/>
            </a:lvl9pPr>
          </a:lstStyle>
          <a:p>
            <a:endParaRPr/>
          </a:p>
        </p:txBody>
      </p:sp>
      <p:sp>
        <p:nvSpPr>
          <p:cNvPr id="57" name="Google Shape;57;p10"/>
          <p:cNvSpPr txBox="1">
            <a:spLocks noGrp="1"/>
          </p:cNvSpPr>
          <p:nvPr>
            <p:ph type="body" idx="2"/>
          </p:nvPr>
        </p:nvSpPr>
        <p:spPr>
          <a:xfrm>
            <a:off x="871274" y="2900579"/>
            <a:ext cx="5732859" cy="9481424"/>
          </a:xfrm>
          <a:prstGeom prst="rect">
            <a:avLst/>
          </a:prstGeom>
          <a:noFill/>
          <a:ln>
            <a:noFill/>
          </a:ln>
        </p:spPr>
        <p:txBody>
          <a:bodyPr spcFirstLastPara="1" wrap="square" lIns="91425" tIns="45700" rIns="91425" bIns="45700" anchor="t" anchorCtr="0">
            <a:normAutofit/>
          </a:bodyPr>
          <a:lstStyle>
            <a:lvl1pPr marL="457200" lvl="0" indent="-228600" algn="l">
              <a:spcBef>
                <a:spcPts val="534"/>
              </a:spcBef>
              <a:spcAft>
                <a:spcPts val="0"/>
              </a:spcAft>
              <a:buClr>
                <a:schemeClr val="dk1"/>
              </a:buClr>
              <a:buSzPts val="2668"/>
              <a:buNone/>
              <a:defRPr sz="2668"/>
            </a:lvl1pPr>
            <a:lvl2pPr marL="914400" lvl="1" indent="-228600" algn="l">
              <a:spcBef>
                <a:spcPts val="457"/>
              </a:spcBef>
              <a:spcAft>
                <a:spcPts val="0"/>
              </a:spcAft>
              <a:buClr>
                <a:schemeClr val="dk1"/>
              </a:buClr>
              <a:buSzPts val="2287"/>
              <a:buNone/>
              <a:defRPr sz="2287"/>
            </a:lvl2pPr>
            <a:lvl3pPr marL="1371600" lvl="2" indent="-228600" algn="l">
              <a:spcBef>
                <a:spcPts val="381"/>
              </a:spcBef>
              <a:spcAft>
                <a:spcPts val="0"/>
              </a:spcAft>
              <a:buClr>
                <a:schemeClr val="dk1"/>
              </a:buClr>
              <a:buSzPts val="1906"/>
              <a:buNone/>
              <a:defRPr sz="1906"/>
            </a:lvl3pPr>
            <a:lvl4pPr marL="1828800" lvl="3" indent="-228600" algn="l">
              <a:spcBef>
                <a:spcPts val="343"/>
              </a:spcBef>
              <a:spcAft>
                <a:spcPts val="0"/>
              </a:spcAft>
              <a:buClr>
                <a:schemeClr val="dk1"/>
              </a:buClr>
              <a:buSzPts val="1715"/>
              <a:buNone/>
              <a:defRPr sz="1715"/>
            </a:lvl4pPr>
            <a:lvl5pPr marL="2286000" lvl="4" indent="-228600" algn="l">
              <a:spcBef>
                <a:spcPts val="343"/>
              </a:spcBef>
              <a:spcAft>
                <a:spcPts val="0"/>
              </a:spcAft>
              <a:buClr>
                <a:schemeClr val="dk1"/>
              </a:buClr>
              <a:buSzPts val="1715"/>
              <a:buNone/>
              <a:defRPr sz="1715"/>
            </a:lvl5pPr>
            <a:lvl6pPr marL="2743200" lvl="5" indent="-228600" algn="l">
              <a:spcBef>
                <a:spcPts val="343"/>
              </a:spcBef>
              <a:spcAft>
                <a:spcPts val="0"/>
              </a:spcAft>
              <a:buClr>
                <a:schemeClr val="dk1"/>
              </a:buClr>
              <a:buSzPts val="1715"/>
              <a:buNone/>
              <a:defRPr sz="1715"/>
            </a:lvl6pPr>
            <a:lvl7pPr marL="3200400" lvl="6" indent="-228600" algn="l">
              <a:spcBef>
                <a:spcPts val="343"/>
              </a:spcBef>
              <a:spcAft>
                <a:spcPts val="0"/>
              </a:spcAft>
              <a:buClr>
                <a:schemeClr val="dk1"/>
              </a:buClr>
              <a:buSzPts val="1715"/>
              <a:buNone/>
              <a:defRPr sz="1715"/>
            </a:lvl7pPr>
            <a:lvl8pPr marL="3657600" lvl="7" indent="-228600" algn="l">
              <a:spcBef>
                <a:spcPts val="343"/>
              </a:spcBef>
              <a:spcAft>
                <a:spcPts val="0"/>
              </a:spcAft>
              <a:buClr>
                <a:schemeClr val="dk1"/>
              </a:buClr>
              <a:buSzPts val="1715"/>
              <a:buNone/>
              <a:defRPr sz="1715"/>
            </a:lvl8pPr>
            <a:lvl9pPr marL="4114800" lvl="8" indent="-228600" algn="l">
              <a:spcBef>
                <a:spcPts val="343"/>
              </a:spcBef>
              <a:spcAft>
                <a:spcPts val="0"/>
              </a:spcAft>
              <a:buClr>
                <a:schemeClr val="dk1"/>
              </a:buClr>
              <a:buSzPts val="1715"/>
              <a:buNone/>
              <a:defRPr sz="1715"/>
            </a:lvl9pPr>
          </a:lstStyle>
          <a:p>
            <a:endParaRPr/>
          </a:p>
        </p:txBody>
      </p:sp>
      <p:sp>
        <p:nvSpPr>
          <p:cNvPr id="58" name="Google Shape;58;p10"/>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3415514" y="9702817"/>
            <a:ext cx="10455280" cy="114547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3811"/>
              <a:buFont typeface="Calibri"/>
              <a:buNone/>
              <a:defRPr sz="3811"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3415514" y="1238521"/>
            <a:ext cx="10455280" cy="8316700"/>
          </a:xfrm>
          <a:prstGeom prst="rect">
            <a:avLst/>
          </a:prstGeom>
          <a:noFill/>
          <a:ln>
            <a:noFill/>
          </a:ln>
        </p:spPr>
        <p:txBody>
          <a:bodyPr/>
          <a:lstStyle/>
          <a:p>
            <a:endParaRPr lang="en-US"/>
          </a:p>
        </p:txBody>
      </p:sp>
      <p:sp>
        <p:nvSpPr>
          <p:cNvPr id="64" name="Google Shape;64;p11"/>
          <p:cNvSpPr txBox="1">
            <a:spLocks noGrp="1"/>
          </p:cNvSpPr>
          <p:nvPr>
            <p:ph type="body" idx="1"/>
          </p:nvPr>
        </p:nvSpPr>
        <p:spPr>
          <a:xfrm>
            <a:off x="3415514" y="10848290"/>
            <a:ext cx="10455280" cy="1626761"/>
          </a:xfrm>
          <a:prstGeom prst="rect">
            <a:avLst/>
          </a:prstGeom>
          <a:noFill/>
          <a:ln>
            <a:noFill/>
          </a:ln>
        </p:spPr>
        <p:txBody>
          <a:bodyPr spcFirstLastPara="1" wrap="square" lIns="91425" tIns="45700" rIns="91425" bIns="45700" anchor="t" anchorCtr="0">
            <a:normAutofit/>
          </a:bodyPr>
          <a:lstStyle>
            <a:lvl1pPr marL="457200" lvl="0" indent="-228600" algn="l">
              <a:spcBef>
                <a:spcPts val="534"/>
              </a:spcBef>
              <a:spcAft>
                <a:spcPts val="0"/>
              </a:spcAft>
              <a:buClr>
                <a:schemeClr val="dk1"/>
              </a:buClr>
              <a:buSzPts val="2668"/>
              <a:buNone/>
              <a:defRPr sz="2668"/>
            </a:lvl1pPr>
            <a:lvl2pPr marL="914400" lvl="1" indent="-228600" algn="l">
              <a:spcBef>
                <a:spcPts val="457"/>
              </a:spcBef>
              <a:spcAft>
                <a:spcPts val="0"/>
              </a:spcAft>
              <a:buClr>
                <a:schemeClr val="dk1"/>
              </a:buClr>
              <a:buSzPts val="2287"/>
              <a:buNone/>
              <a:defRPr sz="2287"/>
            </a:lvl2pPr>
            <a:lvl3pPr marL="1371600" lvl="2" indent="-228600" algn="l">
              <a:spcBef>
                <a:spcPts val="381"/>
              </a:spcBef>
              <a:spcAft>
                <a:spcPts val="0"/>
              </a:spcAft>
              <a:buClr>
                <a:schemeClr val="dk1"/>
              </a:buClr>
              <a:buSzPts val="1906"/>
              <a:buNone/>
              <a:defRPr sz="1906"/>
            </a:lvl3pPr>
            <a:lvl4pPr marL="1828800" lvl="3" indent="-228600" algn="l">
              <a:spcBef>
                <a:spcPts val="343"/>
              </a:spcBef>
              <a:spcAft>
                <a:spcPts val="0"/>
              </a:spcAft>
              <a:buClr>
                <a:schemeClr val="dk1"/>
              </a:buClr>
              <a:buSzPts val="1715"/>
              <a:buNone/>
              <a:defRPr sz="1715"/>
            </a:lvl4pPr>
            <a:lvl5pPr marL="2286000" lvl="4" indent="-228600" algn="l">
              <a:spcBef>
                <a:spcPts val="343"/>
              </a:spcBef>
              <a:spcAft>
                <a:spcPts val="0"/>
              </a:spcAft>
              <a:buClr>
                <a:schemeClr val="dk1"/>
              </a:buClr>
              <a:buSzPts val="1715"/>
              <a:buNone/>
              <a:defRPr sz="1715"/>
            </a:lvl5pPr>
            <a:lvl6pPr marL="2743200" lvl="5" indent="-228600" algn="l">
              <a:spcBef>
                <a:spcPts val="343"/>
              </a:spcBef>
              <a:spcAft>
                <a:spcPts val="0"/>
              </a:spcAft>
              <a:buClr>
                <a:schemeClr val="dk1"/>
              </a:buClr>
              <a:buSzPts val="1715"/>
              <a:buNone/>
              <a:defRPr sz="1715"/>
            </a:lvl6pPr>
            <a:lvl7pPr marL="3200400" lvl="6" indent="-228600" algn="l">
              <a:spcBef>
                <a:spcPts val="343"/>
              </a:spcBef>
              <a:spcAft>
                <a:spcPts val="0"/>
              </a:spcAft>
              <a:buClr>
                <a:schemeClr val="dk1"/>
              </a:buClr>
              <a:buSzPts val="1715"/>
              <a:buNone/>
              <a:defRPr sz="1715"/>
            </a:lvl7pPr>
            <a:lvl8pPr marL="3657600" lvl="7" indent="-228600" algn="l">
              <a:spcBef>
                <a:spcPts val="343"/>
              </a:spcBef>
              <a:spcAft>
                <a:spcPts val="0"/>
              </a:spcAft>
              <a:buClr>
                <a:schemeClr val="dk1"/>
              </a:buClr>
              <a:buSzPts val="1715"/>
              <a:buNone/>
              <a:defRPr sz="1715"/>
            </a:lvl8pPr>
            <a:lvl9pPr marL="4114800" lvl="8" indent="-228600" algn="l">
              <a:spcBef>
                <a:spcPts val="343"/>
              </a:spcBef>
              <a:spcAft>
                <a:spcPts val="0"/>
              </a:spcAft>
              <a:buClr>
                <a:schemeClr val="dk1"/>
              </a:buClr>
              <a:buSzPts val="1715"/>
              <a:buNone/>
              <a:defRPr sz="1715"/>
            </a:lvl9pPr>
          </a:lstStyle>
          <a:p>
            <a:endParaRPr/>
          </a:p>
        </p:txBody>
      </p:sp>
      <p:sp>
        <p:nvSpPr>
          <p:cNvPr id="65" name="Google Shape;65;p11"/>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4138869" y="-33322"/>
            <a:ext cx="9147730" cy="15682921"/>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8680373" y="4508182"/>
            <a:ext cx="11826913" cy="39207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693699" y="732664"/>
            <a:ext cx="11826913" cy="1147176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8385"/>
              <a:buFont typeface="Calibri"/>
              <a:buNone/>
              <a:defRPr sz="8385"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71273" y="3234273"/>
            <a:ext cx="15682921" cy="9147730"/>
          </a:xfrm>
          <a:prstGeom prst="rect">
            <a:avLst/>
          </a:prstGeom>
          <a:noFill/>
          <a:ln>
            <a:noFill/>
          </a:ln>
        </p:spPr>
        <p:txBody>
          <a:bodyPr spcFirstLastPara="1" wrap="square" lIns="91425" tIns="45700" rIns="91425" bIns="45700" anchor="t" anchorCtr="0">
            <a:normAutofit/>
          </a:bodyPr>
          <a:lstStyle>
            <a:lvl1pPr marL="457200" marR="0" lvl="0" indent="-615823" algn="l" rtl="0">
              <a:spcBef>
                <a:spcPts val="1220"/>
              </a:spcBef>
              <a:spcAft>
                <a:spcPts val="0"/>
              </a:spcAft>
              <a:buClr>
                <a:schemeClr val="dk1"/>
              </a:buClr>
              <a:buSzPts val="6098"/>
              <a:buFont typeface="Arial"/>
              <a:buChar char="•"/>
              <a:defRPr sz="6098" b="0" i="0" u="none" strike="noStrike" cap="none">
                <a:solidFill>
                  <a:schemeClr val="dk1"/>
                </a:solidFill>
                <a:latin typeface="Calibri"/>
                <a:ea typeface="Calibri"/>
                <a:cs typeface="Calibri"/>
                <a:sym typeface="Calibri"/>
              </a:defRPr>
            </a:lvl1pPr>
            <a:lvl2pPr marL="914400" marR="0" lvl="1" indent="-567436" algn="l" rtl="0">
              <a:spcBef>
                <a:spcPts val="1067"/>
              </a:spcBef>
              <a:spcAft>
                <a:spcPts val="0"/>
              </a:spcAft>
              <a:buClr>
                <a:schemeClr val="dk1"/>
              </a:buClr>
              <a:buSzPts val="5336"/>
              <a:buFont typeface="Arial"/>
              <a:buChar char="–"/>
              <a:defRPr sz="5336" b="0" i="0" u="none" strike="noStrike" cap="none">
                <a:solidFill>
                  <a:schemeClr val="dk1"/>
                </a:solidFill>
                <a:latin typeface="Calibri"/>
                <a:ea typeface="Calibri"/>
                <a:cs typeface="Calibri"/>
                <a:sym typeface="Calibri"/>
              </a:defRPr>
            </a:lvl2pPr>
            <a:lvl3pPr marL="1371600" marR="0" lvl="2" indent="-519049" algn="l" rtl="0">
              <a:spcBef>
                <a:spcPts val="915"/>
              </a:spcBef>
              <a:spcAft>
                <a:spcPts val="0"/>
              </a:spcAft>
              <a:buClr>
                <a:schemeClr val="dk1"/>
              </a:buClr>
              <a:buSzPts val="4574"/>
              <a:buFont typeface="Arial"/>
              <a:buChar char="•"/>
              <a:defRPr sz="4574" b="0" i="0" u="none" strike="noStrike" cap="none">
                <a:solidFill>
                  <a:schemeClr val="dk1"/>
                </a:solidFill>
                <a:latin typeface="Calibri"/>
                <a:ea typeface="Calibri"/>
                <a:cs typeface="Calibri"/>
                <a:sym typeface="Calibri"/>
              </a:defRPr>
            </a:lvl3pPr>
            <a:lvl4pPr marL="1828800" marR="0" lvl="3" indent="-470599"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4pPr>
            <a:lvl5pPr marL="2286000" marR="0" lvl="4"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5pPr>
            <a:lvl6pPr marL="2743200" marR="0" lvl="5"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6pPr>
            <a:lvl7pPr marL="3200400" marR="0" lvl="6"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7pPr>
            <a:lvl8pPr marL="3657600" marR="0" lvl="7"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8pPr>
            <a:lvl9pPr marL="4114800" marR="0" lvl="8"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287"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287"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287" b="0" i="0" u="none" strike="noStrike" cap="none">
                <a:solidFill>
                  <a:srgbClr val="888888"/>
                </a:solidFill>
                <a:latin typeface="Calibri"/>
                <a:ea typeface="Calibri"/>
                <a:cs typeface="Calibri"/>
                <a:sym typeface="Calibri"/>
              </a:defRPr>
            </a:lvl1pPr>
            <a:lvl2pPr marL="0" marR="0" lvl="1" indent="0" algn="r" rtl="0">
              <a:spcBef>
                <a:spcPts val="0"/>
              </a:spcBef>
              <a:buNone/>
              <a:defRPr sz="2287" b="0" i="0" u="none" strike="noStrike" cap="none">
                <a:solidFill>
                  <a:srgbClr val="888888"/>
                </a:solidFill>
                <a:latin typeface="Calibri"/>
                <a:ea typeface="Calibri"/>
                <a:cs typeface="Calibri"/>
                <a:sym typeface="Calibri"/>
              </a:defRPr>
            </a:lvl2pPr>
            <a:lvl3pPr marL="0" marR="0" lvl="2" indent="0" algn="r" rtl="0">
              <a:spcBef>
                <a:spcPts val="0"/>
              </a:spcBef>
              <a:buNone/>
              <a:defRPr sz="2287" b="0" i="0" u="none" strike="noStrike" cap="none">
                <a:solidFill>
                  <a:srgbClr val="888888"/>
                </a:solidFill>
                <a:latin typeface="Calibri"/>
                <a:ea typeface="Calibri"/>
                <a:cs typeface="Calibri"/>
                <a:sym typeface="Calibri"/>
              </a:defRPr>
            </a:lvl3pPr>
            <a:lvl4pPr marL="0" marR="0" lvl="3" indent="0" algn="r" rtl="0">
              <a:spcBef>
                <a:spcPts val="0"/>
              </a:spcBef>
              <a:buNone/>
              <a:defRPr sz="2287" b="0" i="0" u="none" strike="noStrike" cap="none">
                <a:solidFill>
                  <a:srgbClr val="888888"/>
                </a:solidFill>
                <a:latin typeface="Calibri"/>
                <a:ea typeface="Calibri"/>
                <a:cs typeface="Calibri"/>
                <a:sym typeface="Calibri"/>
              </a:defRPr>
            </a:lvl4pPr>
            <a:lvl5pPr marL="0" marR="0" lvl="4" indent="0" algn="r" rtl="0">
              <a:spcBef>
                <a:spcPts val="0"/>
              </a:spcBef>
              <a:buNone/>
              <a:defRPr sz="2287" b="0" i="0" u="none" strike="noStrike" cap="none">
                <a:solidFill>
                  <a:srgbClr val="888888"/>
                </a:solidFill>
                <a:latin typeface="Calibri"/>
                <a:ea typeface="Calibri"/>
                <a:cs typeface="Calibri"/>
                <a:sym typeface="Calibri"/>
              </a:defRPr>
            </a:lvl5pPr>
            <a:lvl6pPr marL="0" marR="0" lvl="5" indent="0" algn="r" rtl="0">
              <a:spcBef>
                <a:spcPts val="0"/>
              </a:spcBef>
              <a:buNone/>
              <a:defRPr sz="2287" b="0" i="0" u="none" strike="noStrike" cap="none">
                <a:solidFill>
                  <a:srgbClr val="888888"/>
                </a:solidFill>
                <a:latin typeface="Calibri"/>
                <a:ea typeface="Calibri"/>
                <a:cs typeface="Calibri"/>
                <a:sym typeface="Calibri"/>
              </a:defRPr>
            </a:lvl6pPr>
            <a:lvl7pPr marL="0" marR="0" lvl="6" indent="0" algn="r" rtl="0">
              <a:spcBef>
                <a:spcPts val="0"/>
              </a:spcBef>
              <a:buNone/>
              <a:defRPr sz="2287" b="0" i="0" u="none" strike="noStrike" cap="none">
                <a:solidFill>
                  <a:srgbClr val="888888"/>
                </a:solidFill>
                <a:latin typeface="Calibri"/>
                <a:ea typeface="Calibri"/>
                <a:cs typeface="Calibri"/>
                <a:sym typeface="Calibri"/>
              </a:defRPr>
            </a:lvl7pPr>
            <a:lvl8pPr marL="0" marR="0" lvl="7" indent="0" algn="r" rtl="0">
              <a:spcBef>
                <a:spcPts val="0"/>
              </a:spcBef>
              <a:buNone/>
              <a:defRPr sz="2287" b="0" i="0" u="none" strike="noStrike" cap="none">
                <a:solidFill>
                  <a:srgbClr val="888888"/>
                </a:solidFill>
                <a:latin typeface="Calibri"/>
                <a:ea typeface="Calibri"/>
                <a:cs typeface="Calibri"/>
                <a:sym typeface="Calibri"/>
              </a:defRPr>
            </a:lvl8pPr>
            <a:lvl9pPr marL="0" marR="0" lvl="8" indent="0" algn="r" rtl="0">
              <a:spcBef>
                <a:spcPts val="0"/>
              </a:spcBef>
              <a:buNone/>
              <a:defRPr sz="2287"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4F37"/>
        </a:solidFill>
        <a:effectLst/>
      </p:bgPr>
    </p:bg>
    <p:spTree>
      <p:nvGrpSpPr>
        <p:cNvPr id="1" name="Shape 83"/>
        <p:cNvGrpSpPr/>
        <p:nvPr/>
      </p:nvGrpSpPr>
      <p:grpSpPr>
        <a:xfrm>
          <a:off x="0" y="0"/>
          <a:ext cx="0" cy="0"/>
          <a:chOff x="0" y="0"/>
          <a:chExt cx="0" cy="0"/>
        </a:xfrm>
      </p:grpSpPr>
      <p:grpSp>
        <p:nvGrpSpPr>
          <p:cNvPr id="84" name="Google Shape;84;p1"/>
          <p:cNvGrpSpPr/>
          <p:nvPr/>
        </p:nvGrpSpPr>
        <p:grpSpPr>
          <a:xfrm>
            <a:off x="-234721" y="36273035"/>
            <a:ext cx="29324843" cy="6968084"/>
            <a:chOff x="0" y="-47625"/>
            <a:chExt cx="3032124" cy="655203"/>
          </a:xfrm>
        </p:grpSpPr>
        <p:sp>
          <p:nvSpPr>
            <p:cNvPr id="85" name="Google Shape;85;p1"/>
            <p:cNvSpPr/>
            <p:nvPr/>
          </p:nvSpPr>
          <p:spPr>
            <a:xfrm>
              <a:off x="0" y="0"/>
              <a:ext cx="3032124" cy="607578"/>
            </a:xfrm>
            <a:custGeom>
              <a:avLst/>
              <a:gdLst/>
              <a:ahLst/>
              <a:cxnLst/>
              <a:rect l="l" t="t" r="r" b="b"/>
              <a:pathLst>
                <a:path w="3032124" h="607578" extrusionOk="0">
                  <a:moveTo>
                    <a:pt x="0" y="0"/>
                  </a:moveTo>
                  <a:lnTo>
                    <a:pt x="3032124" y="0"/>
                  </a:lnTo>
                  <a:lnTo>
                    <a:pt x="3032124" y="607578"/>
                  </a:lnTo>
                  <a:lnTo>
                    <a:pt x="0" y="607578"/>
                  </a:lnTo>
                  <a:close/>
                </a:path>
              </a:pathLst>
            </a:custGeom>
            <a:solidFill>
              <a:srgbClr val="10E6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86" name="Google Shape;86;p1"/>
            <p:cNvSpPr txBox="1"/>
            <p:nvPr/>
          </p:nvSpPr>
          <p:spPr>
            <a:xfrm>
              <a:off x="0" y="-47625"/>
              <a:ext cx="3032124" cy="655203"/>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sp>
        <p:nvSpPr>
          <p:cNvPr id="87" name="Google Shape;87;p1"/>
          <p:cNvSpPr/>
          <p:nvPr/>
        </p:nvSpPr>
        <p:spPr>
          <a:xfrm>
            <a:off x="3163237" y="34829695"/>
            <a:ext cx="22769151" cy="14311010"/>
          </a:xfrm>
          <a:custGeom>
            <a:avLst/>
            <a:gdLst/>
            <a:ahLst/>
            <a:cxnLst/>
            <a:rect l="l" t="t" r="r" b="b"/>
            <a:pathLst>
              <a:path w="11948094" h="7509691" extrusionOk="0">
                <a:moveTo>
                  <a:pt x="0" y="0"/>
                </a:moveTo>
                <a:lnTo>
                  <a:pt x="11948094" y="0"/>
                </a:lnTo>
                <a:lnTo>
                  <a:pt x="11948094" y="7509692"/>
                </a:lnTo>
                <a:lnTo>
                  <a:pt x="0" y="7509692"/>
                </a:lnTo>
                <a:lnTo>
                  <a:pt x="0" y="0"/>
                </a:lnTo>
                <a:close/>
              </a:path>
            </a:pathLst>
          </a:custGeom>
          <a:blipFill rotWithShape="1">
            <a:blip r:embed="rId3">
              <a:alphaModFix/>
            </a:blip>
            <a:stretch>
              <a:fillRect b="-4895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grpSp>
        <p:nvGrpSpPr>
          <p:cNvPr id="88" name="Google Shape;88;p1"/>
          <p:cNvGrpSpPr/>
          <p:nvPr/>
        </p:nvGrpSpPr>
        <p:grpSpPr>
          <a:xfrm>
            <a:off x="-234720" y="28800364"/>
            <a:ext cx="29304069" cy="9759747"/>
            <a:chOff x="0" y="-47625"/>
            <a:chExt cx="3163653" cy="917701"/>
          </a:xfrm>
        </p:grpSpPr>
        <p:sp>
          <p:nvSpPr>
            <p:cNvPr id="89" name="Google Shape;89;p1"/>
            <p:cNvSpPr/>
            <p:nvPr/>
          </p:nvSpPr>
          <p:spPr>
            <a:xfrm>
              <a:off x="0" y="0"/>
              <a:ext cx="3163653" cy="870076"/>
            </a:xfrm>
            <a:custGeom>
              <a:avLst/>
              <a:gdLst/>
              <a:ahLst/>
              <a:cxnLst/>
              <a:rect l="l" t="t" r="r" b="b"/>
              <a:pathLst>
                <a:path w="3163653" h="870076" extrusionOk="0">
                  <a:moveTo>
                    <a:pt x="0" y="0"/>
                  </a:moveTo>
                  <a:lnTo>
                    <a:pt x="3163653" y="0"/>
                  </a:lnTo>
                  <a:lnTo>
                    <a:pt x="3163653" y="870076"/>
                  </a:lnTo>
                  <a:lnTo>
                    <a:pt x="0" y="870076"/>
                  </a:lnTo>
                  <a:close/>
                </a:path>
              </a:pathLst>
            </a:custGeom>
            <a:solidFill>
              <a:srgbClr val="044F3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0" name="Google Shape;90;p1"/>
            <p:cNvSpPr txBox="1"/>
            <p:nvPr/>
          </p:nvSpPr>
          <p:spPr>
            <a:xfrm>
              <a:off x="0" y="-47625"/>
              <a:ext cx="3163653" cy="917701"/>
            </a:xfrm>
            <a:prstGeom prst="rect">
              <a:avLst/>
            </a:prstGeom>
            <a:noFill/>
            <a:ln>
              <a:noFill/>
            </a:ln>
          </p:spPr>
          <p:txBody>
            <a:bodyPr spcFirstLastPara="1" wrap="square" lIns="88925" tIns="88925" rIns="88925" bIns="88925" anchor="ctr" anchorCtr="0">
              <a:noAutofit/>
            </a:bodyPr>
            <a:lstStyle/>
            <a:p>
              <a:pPr marL="0" marR="0" lvl="0" indent="0" algn="l"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91" name="Google Shape;91;p1"/>
          <p:cNvGrpSpPr/>
          <p:nvPr/>
        </p:nvGrpSpPr>
        <p:grpSpPr>
          <a:xfrm>
            <a:off x="-234719" y="21010291"/>
            <a:ext cx="29324842" cy="9460531"/>
            <a:chOff x="0" y="-47625"/>
            <a:chExt cx="3225442" cy="889566"/>
          </a:xfrm>
        </p:grpSpPr>
        <p:sp>
          <p:nvSpPr>
            <p:cNvPr id="92" name="Google Shape;92;p1"/>
            <p:cNvSpPr/>
            <p:nvPr/>
          </p:nvSpPr>
          <p:spPr>
            <a:xfrm>
              <a:off x="0" y="0"/>
              <a:ext cx="3225442" cy="841941"/>
            </a:xfrm>
            <a:custGeom>
              <a:avLst/>
              <a:gdLst/>
              <a:ahLst/>
              <a:cxnLst/>
              <a:rect l="l" t="t" r="r" b="b"/>
              <a:pathLst>
                <a:path w="3225442" h="841941" extrusionOk="0">
                  <a:moveTo>
                    <a:pt x="0" y="0"/>
                  </a:moveTo>
                  <a:lnTo>
                    <a:pt x="3225442" y="0"/>
                  </a:lnTo>
                  <a:lnTo>
                    <a:pt x="3225442" y="841941"/>
                  </a:lnTo>
                  <a:lnTo>
                    <a:pt x="0" y="841941"/>
                  </a:lnTo>
                  <a:close/>
                </a:path>
              </a:pathLst>
            </a:custGeom>
            <a:solidFill>
              <a:srgbClr val="02332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3" name="Google Shape;93;p1"/>
            <p:cNvSpPr txBox="1"/>
            <p:nvPr/>
          </p:nvSpPr>
          <p:spPr>
            <a:xfrm>
              <a:off x="0" y="-47625"/>
              <a:ext cx="3225442" cy="889566"/>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94" name="Google Shape;94;p1"/>
          <p:cNvGrpSpPr/>
          <p:nvPr/>
        </p:nvGrpSpPr>
        <p:grpSpPr>
          <a:xfrm>
            <a:off x="-234720" y="15561373"/>
            <a:ext cx="29304069" cy="8372962"/>
            <a:chOff x="0" y="-47625"/>
            <a:chExt cx="3032124" cy="787302"/>
          </a:xfrm>
        </p:grpSpPr>
        <p:sp>
          <p:nvSpPr>
            <p:cNvPr id="95" name="Google Shape;95;p1"/>
            <p:cNvSpPr/>
            <p:nvPr/>
          </p:nvSpPr>
          <p:spPr>
            <a:xfrm>
              <a:off x="0" y="0"/>
              <a:ext cx="3032124" cy="739677"/>
            </a:xfrm>
            <a:custGeom>
              <a:avLst/>
              <a:gdLst/>
              <a:ahLst/>
              <a:cxnLst/>
              <a:rect l="l" t="t" r="r" b="b"/>
              <a:pathLst>
                <a:path w="3032124" h="739677" extrusionOk="0">
                  <a:moveTo>
                    <a:pt x="0" y="0"/>
                  </a:moveTo>
                  <a:lnTo>
                    <a:pt x="3032124" y="0"/>
                  </a:lnTo>
                  <a:lnTo>
                    <a:pt x="3032124" y="739677"/>
                  </a:lnTo>
                  <a:lnTo>
                    <a:pt x="0" y="739677"/>
                  </a:lnTo>
                  <a:close/>
                </a:path>
              </a:pathLst>
            </a:custGeom>
            <a:solidFill>
              <a:srgbClr val="0B9E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6" name="Google Shape;96;p1"/>
            <p:cNvSpPr txBox="1"/>
            <p:nvPr/>
          </p:nvSpPr>
          <p:spPr>
            <a:xfrm>
              <a:off x="0" y="-47625"/>
              <a:ext cx="3032124" cy="787302"/>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97" name="Google Shape;97;p1"/>
          <p:cNvGrpSpPr/>
          <p:nvPr/>
        </p:nvGrpSpPr>
        <p:grpSpPr>
          <a:xfrm>
            <a:off x="-234719" y="6816147"/>
            <a:ext cx="29304069" cy="9226118"/>
            <a:chOff x="0" y="-47625"/>
            <a:chExt cx="3218728" cy="867524"/>
          </a:xfrm>
        </p:grpSpPr>
        <p:sp>
          <p:nvSpPr>
            <p:cNvPr id="98" name="Google Shape;98;p1"/>
            <p:cNvSpPr/>
            <p:nvPr/>
          </p:nvSpPr>
          <p:spPr>
            <a:xfrm>
              <a:off x="0" y="0"/>
              <a:ext cx="3218728" cy="819899"/>
            </a:xfrm>
            <a:custGeom>
              <a:avLst/>
              <a:gdLst/>
              <a:ahLst/>
              <a:cxnLst/>
              <a:rect l="l" t="t" r="r" b="b"/>
              <a:pathLst>
                <a:path w="3218728" h="819899" extrusionOk="0">
                  <a:moveTo>
                    <a:pt x="0" y="0"/>
                  </a:moveTo>
                  <a:lnTo>
                    <a:pt x="3218728" y="0"/>
                  </a:lnTo>
                  <a:lnTo>
                    <a:pt x="3218728" y="819899"/>
                  </a:lnTo>
                  <a:lnTo>
                    <a:pt x="0" y="819899"/>
                  </a:lnTo>
                  <a:close/>
                </a:path>
              </a:pathLst>
            </a:custGeom>
            <a:solidFill>
              <a:srgbClr val="077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9" name="Google Shape;99;p1"/>
            <p:cNvSpPr txBox="1"/>
            <p:nvPr/>
          </p:nvSpPr>
          <p:spPr>
            <a:xfrm>
              <a:off x="0" y="-47625"/>
              <a:ext cx="3218728" cy="867524"/>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0" name="Google Shape;100;p1"/>
          <p:cNvGrpSpPr/>
          <p:nvPr/>
        </p:nvGrpSpPr>
        <p:grpSpPr>
          <a:xfrm>
            <a:off x="-234719" y="-573881"/>
            <a:ext cx="29324841" cy="9050021"/>
            <a:chOff x="0" y="-47625"/>
            <a:chExt cx="2755436" cy="850966"/>
          </a:xfrm>
        </p:grpSpPr>
        <p:sp>
          <p:nvSpPr>
            <p:cNvPr id="101" name="Google Shape;101;p1"/>
            <p:cNvSpPr/>
            <p:nvPr/>
          </p:nvSpPr>
          <p:spPr>
            <a:xfrm>
              <a:off x="0" y="0"/>
              <a:ext cx="2755436" cy="803341"/>
            </a:xfrm>
            <a:custGeom>
              <a:avLst/>
              <a:gdLst/>
              <a:ahLst/>
              <a:cxnLst/>
              <a:rect l="l" t="t" r="r" b="b"/>
              <a:pathLst>
                <a:path w="2755436" h="803341" extrusionOk="0">
                  <a:moveTo>
                    <a:pt x="0" y="0"/>
                  </a:moveTo>
                  <a:lnTo>
                    <a:pt x="2755436" y="0"/>
                  </a:lnTo>
                  <a:lnTo>
                    <a:pt x="2755436" y="803341"/>
                  </a:lnTo>
                  <a:lnTo>
                    <a:pt x="0" y="803341"/>
                  </a:lnTo>
                  <a:close/>
                </a:path>
              </a:pathLst>
            </a:custGeom>
            <a:solidFill>
              <a:srgbClr val="10E6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02" name="Google Shape;102;p1"/>
            <p:cNvSpPr txBox="1"/>
            <p:nvPr/>
          </p:nvSpPr>
          <p:spPr>
            <a:xfrm>
              <a:off x="0" y="-47625"/>
              <a:ext cx="2755436" cy="850966"/>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3" name="Google Shape;103;p1"/>
          <p:cNvGrpSpPr/>
          <p:nvPr/>
        </p:nvGrpSpPr>
        <p:grpSpPr>
          <a:xfrm rot="-5400000">
            <a:off x="11084396" y="13184457"/>
            <a:ext cx="20464104" cy="13034120"/>
            <a:chOff x="0" y="-47625"/>
            <a:chExt cx="1922704" cy="1224620"/>
          </a:xfrm>
        </p:grpSpPr>
        <p:sp>
          <p:nvSpPr>
            <p:cNvPr id="104" name="Google Shape;104;p1"/>
            <p:cNvSpPr/>
            <p:nvPr/>
          </p:nvSpPr>
          <p:spPr>
            <a:xfrm>
              <a:off x="0" y="0"/>
              <a:ext cx="1922704" cy="1176995"/>
            </a:xfrm>
            <a:custGeom>
              <a:avLst/>
              <a:gdLst/>
              <a:ahLst/>
              <a:cxnLst/>
              <a:rect l="l" t="t" r="r" b="b"/>
              <a:pathLst>
                <a:path w="1922704" h="1176995" extrusionOk="0">
                  <a:moveTo>
                    <a:pt x="0" y="0"/>
                  </a:moveTo>
                  <a:lnTo>
                    <a:pt x="1922704" y="0"/>
                  </a:lnTo>
                  <a:lnTo>
                    <a:pt x="1922704" y="1176995"/>
                  </a:lnTo>
                  <a:lnTo>
                    <a:pt x="0" y="1176995"/>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05" name="Google Shape;105;p1"/>
            <p:cNvSpPr txBox="1"/>
            <p:nvPr/>
          </p:nvSpPr>
          <p:spPr>
            <a:xfrm>
              <a:off x="0" y="-47625"/>
              <a:ext cx="1922704" cy="1224620"/>
            </a:xfrm>
            <a:prstGeom prst="rect">
              <a:avLst/>
            </a:prstGeom>
            <a:noFill/>
            <a:ln>
              <a:noFill/>
            </a:ln>
          </p:spPr>
          <p:txBody>
            <a:bodyPr spcFirstLastPara="1" wrap="square" lIns="89000" tIns="89000" rIns="89000" bIns="890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6" name="Google Shape;106;p1"/>
          <p:cNvGrpSpPr/>
          <p:nvPr/>
        </p:nvGrpSpPr>
        <p:grpSpPr>
          <a:xfrm>
            <a:off x="927180" y="30011217"/>
            <a:ext cx="13848538" cy="9234980"/>
            <a:chOff x="0" y="-47625"/>
            <a:chExt cx="1302166" cy="868357"/>
          </a:xfrm>
        </p:grpSpPr>
        <p:sp>
          <p:nvSpPr>
            <p:cNvPr id="107" name="Google Shape;107;p1"/>
            <p:cNvSpPr/>
            <p:nvPr/>
          </p:nvSpPr>
          <p:spPr>
            <a:xfrm>
              <a:off x="0" y="0"/>
              <a:ext cx="1302166" cy="820732"/>
            </a:xfrm>
            <a:custGeom>
              <a:avLst/>
              <a:gdLst/>
              <a:ahLst/>
              <a:cxnLst/>
              <a:rect l="l" t="t" r="r" b="b"/>
              <a:pathLst>
                <a:path w="1302166" h="820732" extrusionOk="0">
                  <a:moveTo>
                    <a:pt x="0" y="0"/>
                  </a:moveTo>
                  <a:lnTo>
                    <a:pt x="1302166" y="0"/>
                  </a:lnTo>
                  <a:lnTo>
                    <a:pt x="1302166" y="820732"/>
                  </a:lnTo>
                  <a:lnTo>
                    <a:pt x="0" y="820732"/>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08" name="Google Shape;108;p1"/>
            <p:cNvSpPr txBox="1"/>
            <p:nvPr/>
          </p:nvSpPr>
          <p:spPr>
            <a:xfrm>
              <a:off x="0" y="-47625"/>
              <a:ext cx="1302166" cy="868357"/>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9" name="Google Shape;109;p1"/>
          <p:cNvGrpSpPr/>
          <p:nvPr/>
        </p:nvGrpSpPr>
        <p:grpSpPr>
          <a:xfrm>
            <a:off x="15403306" y="30138544"/>
            <a:ext cx="12527228" cy="8125799"/>
            <a:chOff x="0" y="-314078"/>
            <a:chExt cx="8764870" cy="5685342"/>
          </a:xfrm>
        </p:grpSpPr>
        <p:grpSp>
          <p:nvGrpSpPr>
            <p:cNvPr id="110" name="Google Shape;110;p1"/>
            <p:cNvGrpSpPr/>
            <p:nvPr/>
          </p:nvGrpSpPr>
          <p:grpSpPr>
            <a:xfrm>
              <a:off x="0" y="-314078"/>
              <a:ext cx="8764870" cy="5685342"/>
              <a:chOff x="0" y="-47625"/>
              <a:chExt cx="1329056" cy="862094"/>
            </a:xfrm>
          </p:grpSpPr>
          <p:sp>
            <p:nvSpPr>
              <p:cNvPr id="111" name="Google Shape;111;p1"/>
              <p:cNvSpPr/>
              <p:nvPr/>
            </p:nvSpPr>
            <p:spPr>
              <a:xfrm>
                <a:off x="0" y="0"/>
                <a:ext cx="1329056" cy="814469"/>
              </a:xfrm>
              <a:custGeom>
                <a:avLst/>
                <a:gdLst/>
                <a:ahLst/>
                <a:cxnLst/>
                <a:rect l="l" t="t" r="r" b="b"/>
                <a:pathLst>
                  <a:path w="1329056" h="814469" extrusionOk="0">
                    <a:moveTo>
                      <a:pt x="0" y="0"/>
                    </a:moveTo>
                    <a:lnTo>
                      <a:pt x="1329056" y="0"/>
                    </a:lnTo>
                    <a:lnTo>
                      <a:pt x="1329056" y="814469"/>
                    </a:lnTo>
                    <a:lnTo>
                      <a:pt x="0" y="814469"/>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2" name="Google Shape;112;p1"/>
              <p:cNvSpPr txBox="1"/>
              <p:nvPr/>
            </p:nvSpPr>
            <p:spPr>
              <a:xfrm>
                <a:off x="0" y="-47625"/>
                <a:ext cx="1329056" cy="862094"/>
              </a:xfrm>
              <a:prstGeom prst="rect">
                <a:avLst/>
              </a:prstGeom>
              <a:noFill/>
              <a:ln>
                <a:noFill/>
              </a:ln>
            </p:spPr>
            <p:txBody>
              <a:bodyPr spcFirstLastPara="1" wrap="square" lIns="96800" tIns="96800" rIns="96800" bIns="968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sp>
          <p:nvSpPr>
            <p:cNvPr id="113" name="Google Shape;113;p1"/>
            <p:cNvSpPr txBox="1"/>
            <p:nvPr/>
          </p:nvSpPr>
          <p:spPr>
            <a:xfrm>
              <a:off x="1064599" y="235141"/>
              <a:ext cx="6635674" cy="433329"/>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REFERÊNCIAS</a:t>
              </a:r>
              <a:endParaRPr/>
            </a:p>
          </p:txBody>
        </p:sp>
      </p:grpSp>
      <p:sp>
        <p:nvSpPr>
          <p:cNvPr id="114" name="Google Shape;114;p1"/>
          <p:cNvSpPr/>
          <p:nvPr/>
        </p:nvSpPr>
        <p:spPr>
          <a:xfrm>
            <a:off x="-916543" y="1525353"/>
            <a:ext cx="8571184" cy="2454222"/>
          </a:xfrm>
          <a:custGeom>
            <a:avLst/>
            <a:gdLst/>
            <a:ahLst/>
            <a:cxnLst/>
            <a:rect l="l" t="t" r="r" b="b"/>
            <a:pathLst>
              <a:path w="4497722" h="1287851" extrusionOk="0">
                <a:moveTo>
                  <a:pt x="0" y="0"/>
                </a:moveTo>
                <a:lnTo>
                  <a:pt x="4497722" y="0"/>
                </a:lnTo>
                <a:lnTo>
                  <a:pt x="4497722" y="1287851"/>
                </a:lnTo>
                <a:lnTo>
                  <a:pt x="0" y="12878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5" name="Google Shape;115;p1"/>
          <p:cNvSpPr/>
          <p:nvPr/>
        </p:nvSpPr>
        <p:spPr>
          <a:xfrm>
            <a:off x="3163237" y="-4997460"/>
            <a:ext cx="22769151" cy="14311010"/>
          </a:xfrm>
          <a:custGeom>
            <a:avLst/>
            <a:gdLst/>
            <a:ahLst/>
            <a:cxnLst/>
            <a:rect l="l" t="t" r="r" b="b"/>
            <a:pathLst>
              <a:path w="11948094" h="7509691" extrusionOk="0">
                <a:moveTo>
                  <a:pt x="0" y="0"/>
                </a:moveTo>
                <a:lnTo>
                  <a:pt x="11948094" y="0"/>
                </a:lnTo>
                <a:lnTo>
                  <a:pt x="11948094" y="7509691"/>
                </a:lnTo>
                <a:lnTo>
                  <a:pt x="0" y="7509691"/>
                </a:lnTo>
                <a:lnTo>
                  <a:pt x="0" y="0"/>
                </a:lnTo>
                <a:close/>
              </a:path>
            </a:pathLst>
          </a:custGeom>
          <a:blipFill rotWithShape="1">
            <a:blip r:embed="rId3">
              <a:alphaModFix/>
            </a:blip>
            <a:stretch>
              <a:fillRect b="-4895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6" name="Google Shape;116;p1"/>
          <p:cNvSpPr/>
          <p:nvPr/>
        </p:nvSpPr>
        <p:spPr>
          <a:xfrm>
            <a:off x="21014306" y="1712017"/>
            <a:ext cx="7228385" cy="2335060"/>
          </a:xfrm>
          <a:custGeom>
            <a:avLst/>
            <a:gdLst/>
            <a:ahLst/>
            <a:cxnLst/>
            <a:rect l="l" t="t" r="r" b="b"/>
            <a:pathLst>
              <a:path w="3793089" h="1225321" extrusionOk="0">
                <a:moveTo>
                  <a:pt x="0" y="0"/>
                </a:moveTo>
                <a:lnTo>
                  <a:pt x="3793089" y="0"/>
                </a:lnTo>
                <a:lnTo>
                  <a:pt x="3793089" y="1225321"/>
                </a:lnTo>
                <a:lnTo>
                  <a:pt x="0" y="122532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8" name="Google Shape;118;p1"/>
          <p:cNvSpPr txBox="1"/>
          <p:nvPr/>
        </p:nvSpPr>
        <p:spPr>
          <a:xfrm>
            <a:off x="5432058" y="12099877"/>
            <a:ext cx="4989818" cy="658642"/>
          </a:xfrm>
          <a:prstGeom prst="rect">
            <a:avLst/>
          </a:prstGeom>
          <a:noFill/>
          <a:ln>
            <a:noFill/>
          </a:ln>
        </p:spPr>
        <p:txBody>
          <a:bodyPr spcFirstLastPara="1" wrap="square" lIns="0" tIns="0" rIns="0" bIns="0" anchor="t" anchorCtr="0">
            <a:spAutoFit/>
          </a:bodyPr>
          <a:lstStyle/>
          <a:p>
            <a:pPr marL="0" marR="0" lvl="0" indent="0" algn="ctr" rtl="0">
              <a:lnSpc>
                <a:spcPct val="100965"/>
              </a:lnSpc>
              <a:spcBef>
                <a:spcPts val="0"/>
              </a:spcBef>
              <a:spcAft>
                <a:spcPts val="0"/>
              </a:spcAft>
              <a:buNone/>
            </a:pPr>
            <a:r>
              <a:rPr lang="en-US" sz="5077" b="1">
                <a:solidFill>
                  <a:srgbClr val="000000"/>
                </a:solidFill>
                <a:latin typeface="Open Sans"/>
                <a:ea typeface="Open Sans"/>
                <a:cs typeface="Open Sans"/>
                <a:sym typeface="Open Sans"/>
              </a:rPr>
              <a:t>INTRODUÇÃO</a:t>
            </a:r>
            <a:endParaRPr/>
          </a:p>
        </p:txBody>
      </p:sp>
      <p:grpSp>
        <p:nvGrpSpPr>
          <p:cNvPr id="119" name="Google Shape;119;p1"/>
          <p:cNvGrpSpPr/>
          <p:nvPr/>
        </p:nvGrpSpPr>
        <p:grpSpPr>
          <a:xfrm rot="-5400000">
            <a:off x="2494601" y="7509833"/>
            <a:ext cx="10206805" cy="14355430"/>
            <a:chOff x="0" y="-47625"/>
            <a:chExt cx="958980" cy="1348764"/>
          </a:xfrm>
        </p:grpSpPr>
        <p:sp>
          <p:nvSpPr>
            <p:cNvPr id="120" name="Google Shape;120;p1"/>
            <p:cNvSpPr/>
            <p:nvPr/>
          </p:nvSpPr>
          <p:spPr>
            <a:xfrm>
              <a:off x="0" y="0"/>
              <a:ext cx="958980" cy="1301139"/>
            </a:xfrm>
            <a:custGeom>
              <a:avLst/>
              <a:gdLst/>
              <a:ahLst/>
              <a:cxnLst/>
              <a:rect l="l" t="t" r="r" b="b"/>
              <a:pathLst>
                <a:path w="958980" h="1301139" extrusionOk="0">
                  <a:moveTo>
                    <a:pt x="0" y="0"/>
                  </a:moveTo>
                  <a:lnTo>
                    <a:pt x="958980" y="0"/>
                  </a:lnTo>
                  <a:lnTo>
                    <a:pt x="958980" y="1301139"/>
                  </a:lnTo>
                  <a:lnTo>
                    <a:pt x="0" y="1301139"/>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21" name="Google Shape;121;p1"/>
            <p:cNvSpPr txBox="1"/>
            <p:nvPr/>
          </p:nvSpPr>
          <p:spPr>
            <a:xfrm>
              <a:off x="0" y="-47625"/>
              <a:ext cx="958980" cy="1348764"/>
            </a:xfrm>
            <a:prstGeom prst="rect">
              <a:avLst/>
            </a:prstGeom>
            <a:noFill/>
            <a:ln>
              <a:noFill/>
            </a:ln>
          </p:spPr>
          <p:txBody>
            <a:bodyPr spcFirstLastPara="1" wrap="square" lIns="89000" tIns="89000" rIns="89000" bIns="890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22" name="Google Shape;122;p1"/>
          <p:cNvGrpSpPr/>
          <p:nvPr/>
        </p:nvGrpSpPr>
        <p:grpSpPr>
          <a:xfrm rot="-5400000">
            <a:off x="2616002" y="17805386"/>
            <a:ext cx="9963998" cy="14355430"/>
            <a:chOff x="0" y="-47625"/>
            <a:chExt cx="936167" cy="1348764"/>
          </a:xfrm>
        </p:grpSpPr>
        <p:sp>
          <p:nvSpPr>
            <p:cNvPr id="123" name="Google Shape;123;p1"/>
            <p:cNvSpPr/>
            <p:nvPr/>
          </p:nvSpPr>
          <p:spPr>
            <a:xfrm>
              <a:off x="0" y="0"/>
              <a:ext cx="936167" cy="1301139"/>
            </a:xfrm>
            <a:custGeom>
              <a:avLst/>
              <a:gdLst/>
              <a:ahLst/>
              <a:cxnLst/>
              <a:rect l="l" t="t" r="r" b="b"/>
              <a:pathLst>
                <a:path w="936167" h="1301139" extrusionOk="0">
                  <a:moveTo>
                    <a:pt x="0" y="0"/>
                  </a:moveTo>
                  <a:lnTo>
                    <a:pt x="936167" y="0"/>
                  </a:lnTo>
                  <a:lnTo>
                    <a:pt x="936167" y="1301139"/>
                  </a:lnTo>
                  <a:lnTo>
                    <a:pt x="0" y="1301139"/>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24" name="Google Shape;124;p1"/>
            <p:cNvSpPr txBox="1"/>
            <p:nvPr/>
          </p:nvSpPr>
          <p:spPr>
            <a:xfrm>
              <a:off x="0" y="-47625"/>
              <a:ext cx="936167" cy="1348764"/>
            </a:xfrm>
            <a:prstGeom prst="rect">
              <a:avLst/>
            </a:prstGeom>
            <a:noFill/>
            <a:ln>
              <a:noFill/>
            </a:ln>
          </p:spPr>
          <p:txBody>
            <a:bodyPr spcFirstLastPara="1" wrap="square" lIns="89000" tIns="89000" rIns="89000" bIns="890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sp>
        <p:nvSpPr>
          <p:cNvPr id="125" name="Google Shape;125;p1"/>
          <p:cNvSpPr/>
          <p:nvPr/>
        </p:nvSpPr>
        <p:spPr>
          <a:xfrm>
            <a:off x="22527251" y="36801439"/>
            <a:ext cx="5609093" cy="5642282"/>
          </a:xfrm>
          <a:custGeom>
            <a:avLst/>
            <a:gdLst/>
            <a:ahLst/>
            <a:cxnLst/>
            <a:rect l="l" t="t" r="r" b="b"/>
            <a:pathLst>
              <a:path w="2943367" h="2960783" extrusionOk="0">
                <a:moveTo>
                  <a:pt x="0" y="0"/>
                </a:moveTo>
                <a:lnTo>
                  <a:pt x="2943367" y="0"/>
                </a:lnTo>
                <a:lnTo>
                  <a:pt x="2943367" y="2960784"/>
                </a:lnTo>
                <a:lnTo>
                  <a:pt x="0" y="2960784"/>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26" name="Google Shape;126;p1"/>
          <p:cNvSpPr txBox="1"/>
          <p:nvPr/>
        </p:nvSpPr>
        <p:spPr>
          <a:xfrm>
            <a:off x="-1" y="4700167"/>
            <a:ext cx="28813765" cy="1777153"/>
          </a:xfrm>
          <a:prstGeom prst="rect">
            <a:avLst/>
          </a:prstGeom>
          <a:noFill/>
          <a:ln>
            <a:noFill/>
          </a:ln>
        </p:spPr>
        <p:txBody>
          <a:bodyPr spcFirstLastPara="1" wrap="square" lIns="0" tIns="0" rIns="0" bIns="0" anchor="t" anchorCtr="0">
            <a:spAutoFit/>
          </a:bodyPr>
          <a:lstStyle/>
          <a:p>
            <a:pPr marL="0" marR="0" lvl="0" indent="0" algn="ctr" rtl="0">
              <a:lnSpc>
                <a:spcPct val="101005"/>
              </a:lnSpc>
              <a:spcBef>
                <a:spcPts val="0"/>
              </a:spcBef>
              <a:spcAft>
                <a:spcPts val="0"/>
              </a:spcAft>
              <a:buNone/>
            </a:pPr>
            <a:r>
              <a:rPr lang="en-US" sz="11434" b="1" dirty="0">
                <a:solidFill>
                  <a:srgbClr val="000000"/>
                </a:solidFill>
                <a:latin typeface="Open Sans"/>
                <a:ea typeface="Open Sans"/>
                <a:cs typeface="Open Sans"/>
                <a:sym typeface="Open Sans"/>
              </a:rPr>
              <a:t>MEGAVISION – LIDERANÇAS EMPÁTICAS</a:t>
            </a:r>
            <a:endParaRPr dirty="0"/>
          </a:p>
        </p:txBody>
      </p:sp>
      <p:sp>
        <p:nvSpPr>
          <p:cNvPr id="127" name="Google Shape;127;p1"/>
          <p:cNvSpPr txBox="1"/>
          <p:nvPr/>
        </p:nvSpPr>
        <p:spPr>
          <a:xfrm>
            <a:off x="927178" y="6355587"/>
            <a:ext cx="27003356" cy="1486561"/>
          </a:xfrm>
          <a:prstGeom prst="rect">
            <a:avLst/>
          </a:prstGeom>
          <a:noFill/>
          <a:ln>
            <a:noFill/>
          </a:ln>
        </p:spPr>
        <p:txBody>
          <a:bodyPr spcFirstLastPara="1" wrap="square" lIns="0" tIns="0" rIns="0" bIns="0" anchor="t" anchorCtr="0">
            <a:spAutoFit/>
          </a:bodyPr>
          <a:lstStyle/>
          <a:p>
            <a:pPr marL="0" marR="0" lvl="0" indent="0" algn="ctr" rtl="0">
              <a:lnSpc>
                <a:spcPct val="140025"/>
              </a:lnSpc>
              <a:spcBef>
                <a:spcPts val="0"/>
              </a:spcBef>
              <a:spcAft>
                <a:spcPts val="0"/>
              </a:spcAft>
              <a:buNone/>
            </a:pPr>
            <a:r>
              <a:rPr lang="pt-BR" sz="4000" b="1" dirty="0">
                <a:solidFill>
                  <a:srgbClr val="000000"/>
                </a:solidFill>
                <a:latin typeface="Open Sans"/>
                <a:ea typeface="Open Sans"/>
                <a:cs typeface="Open Sans"/>
                <a:sym typeface="Open Sans"/>
              </a:rPr>
              <a:t>Lucas Oliveira, Matheus Rossaneze, Pedro Schaurich Maia, Phelipe Antonio</a:t>
            </a:r>
            <a:endParaRPr sz="4000" dirty="0"/>
          </a:p>
          <a:p>
            <a:pPr marL="0" marR="0" lvl="0" indent="0" algn="ctr" rtl="0">
              <a:lnSpc>
                <a:spcPct val="140025"/>
              </a:lnSpc>
              <a:spcBef>
                <a:spcPts val="0"/>
              </a:spcBef>
              <a:spcAft>
                <a:spcPts val="0"/>
              </a:spcAft>
              <a:buNone/>
            </a:pPr>
            <a:r>
              <a:rPr lang="en-US" sz="2800" b="1" dirty="0">
                <a:solidFill>
                  <a:srgbClr val="000000"/>
                </a:solidFill>
                <a:latin typeface="Open Sans"/>
                <a:ea typeface="Open Sans"/>
                <a:cs typeface="Open Sans"/>
                <a:sym typeface="Open Sans"/>
              </a:rPr>
              <a:t>Orientadores: </a:t>
            </a:r>
            <a:r>
              <a:rPr lang="en-US" sz="2800" dirty="0">
                <a:solidFill>
                  <a:srgbClr val="000000"/>
                </a:solidFill>
                <a:latin typeface="Open Sans"/>
                <a:ea typeface="Open Sans"/>
                <a:cs typeface="Open Sans"/>
                <a:sym typeface="Open Sans"/>
              </a:rPr>
              <a:t>Marcos Minoru Nakatsugawa, Rafael Diogo Rossetti, Rodnil da Silva Moreira Lisboa, Rodrigo da Rosa, Victor Bruno Alexander Rosetti de Quiroz</a:t>
            </a:r>
            <a:endParaRPr sz="2800" dirty="0"/>
          </a:p>
        </p:txBody>
      </p:sp>
      <p:sp>
        <p:nvSpPr>
          <p:cNvPr id="128" name="Google Shape;128;p1"/>
          <p:cNvSpPr txBox="1"/>
          <p:nvPr/>
        </p:nvSpPr>
        <p:spPr>
          <a:xfrm>
            <a:off x="15353293" y="15937599"/>
            <a:ext cx="12433206" cy="533095"/>
          </a:xfrm>
          <a:prstGeom prst="rect">
            <a:avLst/>
          </a:prstGeom>
          <a:noFill/>
          <a:ln>
            <a:noFill/>
          </a:ln>
        </p:spPr>
        <p:txBody>
          <a:bodyPr spcFirstLastPara="1" wrap="square" lIns="0" tIns="0" rIns="0" bIns="0" anchor="t" anchorCtr="0">
            <a:spAutoFit/>
          </a:bodyPr>
          <a:lstStyle/>
          <a:p>
            <a:pPr marL="0" marR="0" lvl="0" indent="0" algn="ctr" rtl="0">
              <a:lnSpc>
                <a:spcPct val="101020"/>
              </a:lnSpc>
              <a:spcBef>
                <a:spcPts val="0"/>
              </a:spcBef>
              <a:spcAft>
                <a:spcPts val="0"/>
              </a:spcAft>
              <a:buNone/>
            </a:pPr>
            <a:r>
              <a:rPr lang="pt-BR" sz="3430" dirty="0">
                <a:latin typeface="Inter"/>
                <a:ea typeface="Inter"/>
                <a:sym typeface="Inter"/>
              </a:rPr>
              <a:t>1. Página de Dashboard</a:t>
            </a:r>
            <a:endParaRPr dirty="0"/>
          </a:p>
        </p:txBody>
      </p:sp>
      <p:sp>
        <p:nvSpPr>
          <p:cNvPr id="129" name="Google Shape;129;p1"/>
          <p:cNvSpPr txBox="1"/>
          <p:nvPr/>
        </p:nvSpPr>
        <p:spPr>
          <a:xfrm>
            <a:off x="15353293" y="23404617"/>
            <a:ext cx="12433206" cy="533095"/>
          </a:xfrm>
          <a:prstGeom prst="rect">
            <a:avLst/>
          </a:prstGeom>
          <a:noFill/>
          <a:ln>
            <a:noFill/>
          </a:ln>
        </p:spPr>
        <p:txBody>
          <a:bodyPr spcFirstLastPara="1" wrap="square" lIns="0" tIns="0" rIns="0" bIns="0" anchor="t" anchorCtr="0">
            <a:spAutoFit/>
          </a:bodyPr>
          <a:lstStyle/>
          <a:p>
            <a:pPr marL="0" marR="0" lvl="0" indent="0" algn="ctr" rtl="0">
              <a:lnSpc>
                <a:spcPct val="101020"/>
              </a:lnSpc>
              <a:spcBef>
                <a:spcPts val="0"/>
              </a:spcBef>
              <a:spcAft>
                <a:spcPts val="0"/>
              </a:spcAft>
              <a:buNone/>
            </a:pPr>
            <a:r>
              <a:rPr lang="en-US" sz="3430" dirty="0">
                <a:solidFill>
                  <a:srgbClr val="000000"/>
                </a:solidFill>
                <a:latin typeface="Inter"/>
                <a:ea typeface="Inter"/>
                <a:cs typeface="Inter"/>
                <a:sym typeface="Inter"/>
              </a:rPr>
              <a:t>Fonte: </a:t>
            </a:r>
            <a:r>
              <a:rPr lang="en-US" sz="3430" dirty="0" err="1">
                <a:solidFill>
                  <a:srgbClr val="000000"/>
                </a:solidFill>
                <a:latin typeface="Inter"/>
                <a:ea typeface="Inter"/>
                <a:cs typeface="Inter"/>
                <a:sym typeface="Inter"/>
              </a:rPr>
              <a:t>Autoria</a:t>
            </a:r>
            <a:r>
              <a:rPr lang="en-US" sz="3430" dirty="0">
                <a:solidFill>
                  <a:srgbClr val="000000"/>
                </a:solidFill>
                <a:latin typeface="Inter"/>
                <a:ea typeface="Inter"/>
                <a:cs typeface="Inter"/>
                <a:sym typeface="Inter"/>
              </a:rPr>
              <a:t> </a:t>
            </a:r>
            <a:r>
              <a:rPr lang="en-US" sz="3430" dirty="0" err="1">
                <a:solidFill>
                  <a:srgbClr val="000000"/>
                </a:solidFill>
                <a:latin typeface="Inter"/>
                <a:ea typeface="Inter"/>
                <a:cs typeface="Inter"/>
                <a:sym typeface="Inter"/>
              </a:rPr>
              <a:t>Própria</a:t>
            </a:r>
            <a:r>
              <a:rPr lang="en-US" sz="3430" dirty="0">
                <a:solidFill>
                  <a:srgbClr val="000000"/>
                </a:solidFill>
                <a:latin typeface="Inter"/>
                <a:ea typeface="Inter"/>
                <a:cs typeface="Inter"/>
                <a:sym typeface="Inter"/>
              </a:rPr>
              <a:t> (2026)</a:t>
            </a:r>
            <a:endParaRPr dirty="0"/>
          </a:p>
        </p:txBody>
      </p:sp>
      <p:sp>
        <p:nvSpPr>
          <p:cNvPr id="130" name="Google Shape;130;p1"/>
          <p:cNvSpPr txBox="1"/>
          <p:nvPr/>
        </p:nvSpPr>
        <p:spPr>
          <a:xfrm>
            <a:off x="2561448" y="30828367"/>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TECNOLOGIAS UTILIZADAS</a:t>
            </a:r>
            <a:endParaRPr/>
          </a:p>
        </p:txBody>
      </p:sp>
      <p:sp>
        <p:nvSpPr>
          <p:cNvPr id="131" name="Google Shape;131;p1"/>
          <p:cNvSpPr txBox="1"/>
          <p:nvPr/>
        </p:nvSpPr>
        <p:spPr>
          <a:xfrm>
            <a:off x="16608355" y="9858095"/>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RESULTADOS</a:t>
            </a:r>
            <a:endParaRPr/>
          </a:p>
        </p:txBody>
      </p:sp>
      <p:sp>
        <p:nvSpPr>
          <p:cNvPr id="132" name="Google Shape;132;p1"/>
          <p:cNvSpPr txBox="1"/>
          <p:nvPr/>
        </p:nvSpPr>
        <p:spPr>
          <a:xfrm>
            <a:off x="2644303" y="9858095"/>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O PROBLEMA</a:t>
            </a:r>
            <a:endParaRPr/>
          </a:p>
        </p:txBody>
      </p:sp>
      <p:sp>
        <p:nvSpPr>
          <p:cNvPr id="133" name="Google Shape;133;p1"/>
          <p:cNvSpPr txBox="1"/>
          <p:nvPr/>
        </p:nvSpPr>
        <p:spPr>
          <a:xfrm>
            <a:off x="2758254" y="20302839"/>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A PROPOSTA</a:t>
            </a:r>
            <a:endParaRPr/>
          </a:p>
        </p:txBody>
      </p:sp>
      <p:sp>
        <p:nvSpPr>
          <p:cNvPr id="134" name="Google Shape;134;p1"/>
          <p:cNvSpPr txBox="1"/>
          <p:nvPr/>
        </p:nvSpPr>
        <p:spPr>
          <a:xfrm>
            <a:off x="15966975" y="31719851"/>
            <a:ext cx="11400000" cy="6217087"/>
          </a:xfrm>
          <a:prstGeom prst="rect">
            <a:avLst/>
          </a:prstGeom>
          <a:noFill/>
          <a:ln>
            <a:noFill/>
          </a:ln>
        </p:spPr>
        <p:txBody>
          <a:bodyPr spcFirstLastPara="1" wrap="square" lIns="0" tIns="0" rIns="0" bIns="0" anchor="t" anchorCtr="0">
            <a:spAutoFit/>
          </a:bodyPr>
          <a:lstStyle/>
          <a:p>
            <a:pPr algn="just"/>
            <a:r>
              <a:rPr lang="en-US" sz="3200" dirty="0"/>
              <a:t>FAUSTINO, L. et al. </a:t>
            </a:r>
            <a:r>
              <a:rPr lang="en-US" sz="3200" b="1" dirty="0"/>
              <a:t>Automated Food Weight and Content Estimation Using Computer Vision and AI Algorithms.</a:t>
            </a:r>
            <a:r>
              <a:rPr lang="en-US" sz="3200" dirty="0"/>
              <a:t> </a:t>
            </a:r>
            <a:r>
              <a:rPr lang="en-US" sz="3200" i="1" dirty="0"/>
              <a:t>Applied Sciences</a:t>
            </a:r>
            <a:r>
              <a:rPr lang="en-US" sz="3200" dirty="0"/>
              <a:t>, MDPI/PubMed Central, 2024. </a:t>
            </a:r>
            <a:r>
              <a:rPr lang="en-US" sz="3200" dirty="0" err="1"/>
              <a:t>Disponível</a:t>
            </a:r>
            <a:r>
              <a:rPr lang="en-US" sz="3200" dirty="0"/>
              <a:t> </a:t>
            </a:r>
            <a:r>
              <a:rPr lang="en-US" sz="3200" dirty="0" err="1"/>
              <a:t>em</a:t>
            </a:r>
            <a:r>
              <a:rPr lang="en-US" sz="3200" dirty="0"/>
              <a:t>: ncbi.nlm.nih.gov/</a:t>
            </a:r>
            <a:r>
              <a:rPr lang="en-US" sz="3200" dirty="0" err="1"/>
              <a:t>pmc</a:t>
            </a:r>
            <a:r>
              <a:rPr lang="en-US" sz="3200" dirty="0"/>
              <a:t>/articles/PMC11644939</a:t>
            </a:r>
          </a:p>
          <a:p>
            <a:pPr algn="just"/>
            <a:endParaRPr lang="en-US" sz="2000" dirty="0"/>
          </a:p>
          <a:p>
            <a:pPr algn="just"/>
            <a:r>
              <a:rPr lang="en-US" sz="3200" dirty="0"/>
              <a:t>IBGE. </a:t>
            </a:r>
            <a:r>
              <a:rPr lang="en-US" sz="3200" b="1" dirty="0" err="1"/>
              <a:t>Módulo</a:t>
            </a:r>
            <a:r>
              <a:rPr lang="en-US" sz="3200" b="1" dirty="0"/>
              <a:t> </a:t>
            </a:r>
            <a:r>
              <a:rPr lang="en-US" sz="3200" b="1" dirty="0" err="1"/>
              <a:t>Segurança</a:t>
            </a:r>
            <a:r>
              <a:rPr lang="en-US" sz="3200" b="1" dirty="0"/>
              <a:t> </a:t>
            </a:r>
            <a:r>
              <a:rPr lang="en-US" sz="3200" b="1" dirty="0" err="1"/>
              <a:t>Alimentar</a:t>
            </a:r>
            <a:r>
              <a:rPr lang="en-US" sz="3200" b="1" dirty="0"/>
              <a:t> — PNAD </a:t>
            </a:r>
            <a:r>
              <a:rPr lang="en-US" sz="3200" b="1" dirty="0" err="1"/>
              <a:t>Contínua</a:t>
            </a:r>
            <a:r>
              <a:rPr lang="en-US" sz="3200" b="1" dirty="0"/>
              <a:t> 2024.</a:t>
            </a:r>
            <a:r>
              <a:rPr lang="en-US" sz="3200" dirty="0"/>
              <a:t> Rio de Janeiro: Instituto Brasileiro de Geografia e </a:t>
            </a:r>
            <a:r>
              <a:rPr lang="en-US" sz="3200" dirty="0" err="1"/>
              <a:t>Estatística</a:t>
            </a:r>
            <a:r>
              <a:rPr lang="en-US" sz="3200" dirty="0"/>
              <a:t>, 2024. </a:t>
            </a:r>
            <a:r>
              <a:rPr lang="en-US" sz="3200" dirty="0" err="1"/>
              <a:t>Disponível</a:t>
            </a:r>
            <a:r>
              <a:rPr lang="en-US" sz="3200" dirty="0"/>
              <a:t> </a:t>
            </a:r>
            <a:r>
              <a:rPr lang="en-US" sz="3200" dirty="0" err="1"/>
              <a:t>em</a:t>
            </a:r>
            <a:r>
              <a:rPr lang="en-US" sz="3200" dirty="0"/>
              <a:t>: agenciadenoticias.ibge.gov.br</a:t>
            </a:r>
          </a:p>
          <a:p>
            <a:pPr algn="just"/>
            <a:endParaRPr lang="en-US" sz="2000" dirty="0"/>
          </a:p>
          <a:p>
            <a:pPr algn="just"/>
            <a:r>
              <a:rPr lang="en-US" sz="3200" dirty="0"/>
              <a:t>SARAIVA, A. M.; DELBEM, A. C. B. </a:t>
            </a:r>
            <a:r>
              <a:rPr lang="en-US" sz="3200" b="1" dirty="0"/>
              <a:t>A </a:t>
            </a:r>
            <a:r>
              <a:rPr lang="en-US" sz="3200" b="1" dirty="0" err="1"/>
              <a:t>inteligência</a:t>
            </a:r>
            <a:r>
              <a:rPr lang="en-US" sz="3200" b="1" dirty="0"/>
              <a:t> artificial </a:t>
            </a:r>
            <a:r>
              <a:rPr lang="en-US" sz="3200" b="1" dirty="0" err="1"/>
              <a:t>como</a:t>
            </a:r>
            <a:r>
              <a:rPr lang="en-US" sz="3200" b="1" dirty="0"/>
              <a:t> ferramenta de </a:t>
            </a:r>
            <a:r>
              <a:rPr lang="en-US" sz="3200" b="1" dirty="0" err="1"/>
              <a:t>combate</a:t>
            </a:r>
            <a:r>
              <a:rPr lang="en-US" sz="3200" b="1" dirty="0"/>
              <a:t> à </a:t>
            </a:r>
            <a:r>
              <a:rPr lang="en-US" sz="3200" b="1" dirty="0" err="1"/>
              <a:t>fome</a:t>
            </a:r>
            <a:r>
              <a:rPr lang="en-US" sz="3200" b="1" dirty="0"/>
              <a:t> e à </a:t>
            </a:r>
            <a:r>
              <a:rPr lang="en-US" sz="3200" b="1" dirty="0" err="1"/>
              <a:t>insegurança</a:t>
            </a:r>
            <a:r>
              <a:rPr lang="en-US" sz="3200" b="1" dirty="0"/>
              <a:t> </a:t>
            </a:r>
            <a:r>
              <a:rPr lang="en-US" sz="3200" b="1" dirty="0" err="1"/>
              <a:t>alimentar</a:t>
            </a:r>
            <a:r>
              <a:rPr lang="en-US" sz="3200" b="1" dirty="0"/>
              <a:t>.</a:t>
            </a:r>
            <a:r>
              <a:rPr lang="en-US" sz="3200" dirty="0"/>
              <a:t> </a:t>
            </a:r>
            <a:r>
              <a:rPr lang="en-US" sz="3200" i="1" dirty="0"/>
              <a:t>Jornal da USP</a:t>
            </a:r>
            <a:r>
              <a:rPr lang="en-US" sz="3200" dirty="0"/>
              <a:t>, São Paulo: </a:t>
            </a:r>
            <a:r>
              <a:rPr lang="en-US" sz="3200" dirty="0" err="1"/>
              <a:t>Universidade</a:t>
            </a:r>
            <a:r>
              <a:rPr lang="en-US" sz="3200" dirty="0"/>
              <a:t> de São Paulo, </a:t>
            </a:r>
            <a:r>
              <a:rPr lang="en-US" sz="3200" dirty="0" err="1"/>
              <a:t>dez</a:t>
            </a:r>
            <a:r>
              <a:rPr lang="en-US" sz="3200" dirty="0"/>
              <a:t>. 2022.</a:t>
            </a:r>
          </a:p>
        </p:txBody>
      </p:sp>
      <p:sp>
        <p:nvSpPr>
          <p:cNvPr id="135" name="Google Shape;135;p1"/>
          <p:cNvSpPr txBox="1"/>
          <p:nvPr/>
        </p:nvSpPr>
        <p:spPr>
          <a:xfrm>
            <a:off x="1595875" y="31719850"/>
            <a:ext cx="12562800" cy="6204776"/>
          </a:xfrm>
          <a:prstGeom prst="rect">
            <a:avLst/>
          </a:prstGeom>
          <a:noFill/>
          <a:ln>
            <a:noFill/>
          </a:ln>
        </p:spPr>
        <p:txBody>
          <a:bodyPr spcFirstLastPara="1" wrap="square" lIns="0" tIns="0" rIns="0" bIns="0" anchor="t" anchorCtr="0">
            <a:spAutoFit/>
          </a:bodyPr>
          <a:lstStyle/>
          <a:p>
            <a:pPr marL="285750" lvl="0" indent="-285750" algn="just">
              <a:lnSpc>
                <a:spcPct val="140000"/>
              </a:lnSpc>
              <a:buFont typeface="Arial" panose="020B0604020202020204" pitchFamily="34" charset="0"/>
              <a:buChar char="•"/>
            </a:pPr>
            <a:r>
              <a:rPr lang="pt-BR" sz="3200" b="1" dirty="0"/>
              <a:t>YOLOv8 (</a:t>
            </a:r>
            <a:r>
              <a:rPr lang="pt-BR" sz="3200" b="1" dirty="0" err="1"/>
              <a:t>Ultralytics</a:t>
            </a:r>
            <a:r>
              <a:rPr lang="pt-BR" sz="3200" b="1" dirty="0"/>
              <a:t>) - </a:t>
            </a:r>
            <a:r>
              <a:rPr lang="pt-BR" sz="3200" dirty="0"/>
              <a:t>Detecção e classificação de objetos em tempo real</a:t>
            </a:r>
          </a:p>
          <a:p>
            <a:pPr marL="285750" lvl="0" indent="-285750" algn="just">
              <a:lnSpc>
                <a:spcPct val="140000"/>
              </a:lnSpc>
              <a:buFont typeface="Arial" panose="020B0604020202020204" pitchFamily="34" charset="0"/>
              <a:buChar char="•"/>
            </a:pPr>
            <a:r>
              <a:rPr lang="pt-BR" sz="3200" b="1" dirty="0" err="1"/>
              <a:t>RoboFlow</a:t>
            </a:r>
            <a:r>
              <a:rPr lang="pt-BR" sz="3200" dirty="0"/>
              <a:t> </a:t>
            </a:r>
            <a:r>
              <a:rPr lang="pt-BR" sz="3200" b="1" dirty="0"/>
              <a:t>-</a:t>
            </a:r>
            <a:r>
              <a:rPr lang="pt-BR" sz="3200" dirty="0"/>
              <a:t> Treinamento de Modelo Preditivo</a:t>
            </a:r>
          </a:p>
          <a:p>
            <a:pPr marL="285750" lvl="0" indent="-285750" algn="just">
              <a:lnSpc>
                <a:spcPct val="140000"/>
              </a:lnSpc>
              <a:buFont typeface="Arial" panose="020B0604020202020204" pitchFamily="34" charset="0"/>
              <a:buChar char="•"/>
            </a:pPr>
            <a:r>
              <a:rPr lang="pt-BR" sz="3200" b="1" dirty="0"/>
              <a:t>Python + </a:t>
            </a:r>
            <a:r>
              <a:rPr lang="pt-BR" sz="3200" b="1" dirty="0" err="1"/>
              <a:t>OpenCV</a:t>
            </a:r>
            <a:r>
              <a:rPr lang="pt-BR" sz="3200" dirty="0"/>
              <a:t> </a:t>
            </a:r>
            <a:r>
              <a:rPr lang="pt-BR" sz="3200" b="1" dirty="0"/>
              <a:t>-</a:t>
            </a:r>
            <a:r>
              <a:rPr lang="pt-BR" sz="3200" dirty="0"/>
              <a:t> Captura de frames, pré-processamento e rastreamento</a:t>
            </a:r>
          </a:p>
          <a:p>
            <a:pPr marL="285750" lvl="0" indent="-285750" algn="just">
              <a:lnSpc>
                <a:spcPct val="140000"/>
              </a:lnSpc>
              <a:buFont typeface="Arial" panose="020B0604020202020204" pitchFamily="34" charset="0"/>
              <a:buChar char="•"/>
            </a:pPr>
            <a:r>
              <a:rPr lang="pt-BR" sz="3200" b="1" dirty="0" err="1"/>
              <a:t>Tkinter</a:t>
            </a:r>
            <a:r>
              <a:rPr lang="pt-BR" sz="3200" dirty="0"/>
              <a:t> </a:t>
            </a:r>
            <a:r>
              <a:rPr lang="pt-BR" sz="3200" b="1" dirty="0"/>
              <a:t>-</a:t>
            </a:r>
            <a:r>
              <a:rPr lang="pt-BR" sz="3200" dirty="0"/>
              <a:t> Interface do aplicativo desktop para o operador de campo</a:t>
            </a:r>
          </a:p>
          <a:p>
            <a:pPr marL="285750" lvl="0" indent="-285750" algn="just">
              <a:lnSpc>
                <a:spcPct val="140000"/>
              </a:lnSpc>
              <a:buFont typeface="Arial" panose="020B0604020202020204" pitchFamily="34" charset="0"/>
              <a:buChar char="•"/>
            </a:pPr>
            <a:r>
              <a:rPr lang="pt-BR" sz="3200" b="1" dirty="0" err="1"/>
              <a:t>React</a:t>
            </a:r>
            <a:r>
              <a:rPr lang="pt-BR" sz="3200" b="1" dirty="0"/>
              <a:t> -</a:t>
            </a:r>
            <a:r>
              <a:rPr lang="pt-BR" sz="3200" dirty="0"/>
              <a:t> Painel web responsivo do coordenador</a:t>
            </a:r>
          </a:p>
          <a:p>
            <a:pPr marL="285750" lvl="0" indent="-285750" algn="just">
              <a:lnSpc>
                <a:spcPct val="140000"/>
              </a:lnSpc>
              <a:buFont typeface="Arial" panose="020B0604020202020204" pitchFamily="34" charset="0"/>
              <a:buChar char="•"/>
            </a:pPr>
            <a:r>
              <a:rPr lang="pt-BR" sz="3200" b="1" dirty="0" err="1"/>
              <a:t>Supabase</a:t>
            </a:r>
            <a:r>
              <a:rPr lang="pt-BR" sz="3200" b="1" dirty="0"/>
              <a:t> - </a:t>
            </a:r>
            <a:r>
              <a:rPr lang="pt-BR" sz="3200" dirty="0" err="1"/>
              <a:t>Backend</a:t>
            </a:r>
            <a:r>
              <a:rPr lang="pt-BR" sz="3200" dirty="0"/>
              <a:t>-as-a-</a:t>
            </a:r>
            <a:r>
              <a:rPr lang="pt-BR" sz="3200" dirty="0" err="1"/>
              <a:t>service</a:t>
            </a:r>
            <a:r>
              <a:rPr lang="pt-BR" sz="3200" dirty="0"/>
              <a:t> com banco relacional em nuvem</a:t>
            </a:r>
          </a:p>
          <a:p>
            <a:pPr marL="285750" lvl="0" indent="-285750" algn="just">
              <a:lnSpc>
                <a:spcPct val="140000"/>
              </a:lnSpc>
              <a:buFont typeface="Arial" panose="020B0604020202020204" pitchFamily="34" charset="0"/>
              <a:buChar char="•"/>
            </a:pPr>
            <a:r>
              <a:rPr lang="en-US" sz="3200" b="1" dirty="0"/>
              <a:t>Recharts, GitHub, Vite, Tailwind CSS</a:t>
            </a:r>
          </a:p>
        </p:txBody>
      </p:sp>
      <p:sp>
        <p:nvSpPr>
          <p:cNvPr id="136" name="Google Shape;136;p1"/>
          <p:cNvSpPr txBox="1"/>
          <p:nvPr/>
        </p:nvSpPr>
        <p:spPr>
          <a:xfrm>
            <a:off x="1595870" y="11249847"/>
            <a:ext cx="12562800" cy="7201972"/>
          </a:xfrm>
          <a:prstGeom prst="rect">
            <a:avLst/>
          </a:prstGeom>
          <a:noFill/>
          <a:ln>
            <a:noFill/>
          </a:ln>
        </p:spPr>
        <p:txBody>
          <a:bodyPr spcFirstLastPara="1" wrap="square" lIns="0" tIns="0" rIns="0" bIns="0" anchor="t" anchorCtr="0">
            <a:spAutoFit/>
          </a:bodyPr>
          <a:lstStyle/>
          <a:p>
            <a:pPr algn="just"/>
            <a:r>
              <a:rPr lang="pt-BR" sz="3200" dirty="0"/>
              <a:t>Campanhas como o Lideranças Empáticas (LE) da FECAP ainda dependem de um processo frágil: voluntários contam pacote por pacote, em condições de cansaço e pressão de tempo, e registram os resultados em planilhas ou cadernos. O efeito é previsível — totais inconsistentes entre equipes, registros perdidos e disputas sobre os números arrecadados, que corroem tanto a transparência quanto a motivação de quem participa.</a:t>
            </a:r>
          </a:p>
          <a:p>
            <a:pPr algn="just"/>
            <a:endParaRPr lang="pt-BR" sz="2000" dirty="0"/>
          </a:p>
          <a:p>
            <a:pPr algn="just"/>
            <a:r>
              <a:rPr lang="pt-BR" sz="3200" dirty="0"/>
              <a:t>O problema ganha outra dimensão quando colocado em perspectiva: segundo a PNAD Contínua de 2024, 24,2% dos domicílios brasileiros enfrentam algum grau de insegurança alimentar, com 2,5 milhões de famílias em situação grave — aquela em que a fome é uma realidade cotidiana. Nesse cenário, garantir a rastreabilidade de cada doação deixa de ser uma questão operacional e passa a ser uma responsabilidade social concreta.</a:t>
            </a:r>
          </a:p>
        </p:txBody>
      </p:sp>
      <p:sp>
        <p:nvSpPr>
          <p:cNvPr id="137" name="Google Shape;137;p1"/>
          <p:cNvSpPr txBox="1"/>
          <p:nvPr/>
        </p:nvSpPr>
        <p:spPr>
          <a:xfrm>
            <a:off x="1570066" y="21125709"/>
            <a:ext cx="12562800" cy="8494633"/>
          </a:xfrm>
          <a:prstGeom prst="rect">
            <a:avLst/>
          </a:prstGeom>
          <a:noFill/>
          <a:ln>
            <a:noFill/>
          </a:ln>
        </p:spPr>
        <p:txBody>
          <a:bodyPr spcFirstLastPara="1" wrap="square" lIns="0" tIns="0" rIns="0" bIns="0" anchor="t" anchorCtr="0">
            <a:spAutoFit/>
          </a:bodyPr>
          <a:lstStyle/>
          <a:p>
            <a:pPr algn="just"/>
            <a:r>
              <a:rPr lang="pt-BR" sz="3200" dirty="0"/>
              <a:t>O </a:t>
            </a:r>
            <a:r>
              <a:rPr lang="pt-BR" sz="3200" dirty="0" err="1"/>
              <a:t>MegaVision</a:t>
            </a:r>
            <a:r>
              <a:rPr lang="pt-BR" sz="3200" dirty="0"/>
              <a:t> é um sistema integrado de Visão Computacional e Inteligência Artificial desenvolvido para automatizar a identificação, classificação e contagem de pacotes de alimentos doados. Uma câmera posicionada sobre uma rampa captura cada item que passa pelo ponto de coleta, enquanto um modelo de detecção de objetos classifica cada pacote em categorias como arroz, feijão, macarrão, óleo e açúcar.</a:t>
            </a:r>
          </a:p>
          <a:p>
            <a:pPr algn="just"/>
            <a:endParaRPr lang="pt-BR" sz="2000" dirty="0"/>
          </a:p>
          <a:p>
            <a:pPr algn="just"/>
            <a:r>
              <a:rPr lang="pt-BR" sz="3200" dirty="0"/>
              <a:t>Cada evento de contagem é registrado automaticamente em banco de dados na nuvem (</a:t>
            </a:r>
            <a:r>
              <a:rPr lang="pt-BR" sz="3200" dirty="0" err="1"/>
              <a:t>Supabase</a:t>
            </a:r>
            <a:r>
              <a:rPr lang="pt-BR" sz="3200" dirty="0"/>
              <a:t>), vinculado à equipe arrecadadora, ao tipo de alimento e ao peso estimado. Um painel web desenvolvido em </a:t>
            </a:r>
            <a:r>
              <a:rPr lang="pt-BR" sz="3200" dirty="0" err="1"/>
              <a:t>React</a:t>
            </a:r>
            <a:r>
              <a:rPr lang="pt-BR" sz="3200" dirty="0"/>
              <a:t> permite ao coordenador acompanhar, ao vivo o progresso de cada equipe, com gráficos comparativos e totalizadores atualizados à medida que as doações chegam.</a:t>
            </a:r>
          </a:p>
          <a:p>
            <a:pPr algn="just"/>
            <a:endParaRPr lang="pt-BR" sz="2000" dirty="0"/>
          </a:p>
          <a:p>
            <a:pPr algn="just"/>
            <a:r>
              <a:rPr lang="pt-BR" sz="3200" dirty="0"/>
              <a:t>A solução reduz erros humanos na contagem, melhorando a rastreabilidade, e auxiliando na criação de um processo mais justo e transparente entre as equipes.</a:t>
            </a:r>
            <a:endParaRPr dirty="0"/>
          </a:p>
        </p:txBody>
      </p:sp>
      <p:sp>
        <p:nvSpPr>
          <p:cNvPr id="138" name="Google Shape;138;p1"/>
          <p:cNvSpPr txBox="1"/>
          <p:nvPr/>
        </p:nvSpPr>
        <p:spPr>
          <a:xfrm>
            <a:off x="-8051455" y="60717372"/>
            <a:ext cx="2172089" cy="1921564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955" b="1" dirty="0">
                <a:latin typeface="Open Sans"/>
                <a:ea typeface="Open Sans"/>
                <a:cs typeface="Open Sans"/>
                <a:sym typeface="Open Sans"/>
              </a:rPr>
              <a:t>IV </a:t>
            </a:r>
            <a:r>
              <a:rPr lang="en-US" sz="4955" b="1" dirty="0">
                <a:solidFill>
                  <a:srgbClr val="000000"/>
                </a:solidFill>
                <a:latin typeface="Open Sans"/>
                <a:ea typeface="Open Sans"/>
                <a:cs typeface="Open Sans"/>
                <a:sym typeface="Open Sans"/>
              </a:rPr>
              <a:t>SEMANA FECAP DE TECNOLOGIA - 2026</a:t>
            </a:r>
            <a:endParaRPr dirty="0"/>
          </a:p>
          <a:p>
            <a:pPr marL="0" marR="0" lvl="0" indent="0" algn="ctr" rtl="0">
              <a:lnSpc>
                <a:spcPct val="140000"/>
              </a:lnSpc>
              <a:spcBef>
                <a:spcPts val="0"/>
              </a:spcBef>
              <a:spcAft>
                <a:spcPts val="0"/>
              </a:spcAft>
              <a:buNone/>
            </a:pPr>
            <a:r>
              <a:rPr lang="en-US" sz="4955" dirty="0" err="1">
                <a:solidFill>
                  <a:srgbClr val="000000"/>
                </a:solidFill>
                <a:latin typeface="Open Sans"/>
                <a:ea typeface="Open Sans"/>
                <a:cs typeface="Open Sans"/>
                <a:sym typeface="Open Sans"/>
              </a:rPr>
              <a:t>Fundação</a:t>
            </a:r>
            <a:r>
              <a:rPr lang="en-US" sz="4955" dirty="0">
                <a:solidFill>
                  <a:srgbClr val="000000"/>
                </a:solidFill>
                <a:latin typeface="Open Sans"/>
                <a:ea typeface="Open Sans"/>
                <a:cs typeface="Open Sans"/>
                <a:sym typeface="Open Sans"/>
              </a:rPr>
              <a:t> Escola de Comércio Álvares Penteado - FECAP</a:t>
            </a:r>
            <a:endParaRPr dirty="0"/>
          </a:p>
        </p:txBody>
      </p:sp>
      <p:sp>
        <p:nvSpPr>
          <p:cNvPr id="139" name="Google Shape;139;p1"/>
          <p:cNvSpPr txBox="1"/>
          <p:nvPr/>
        </p:nvSpPr>
        <p:spPr>
          <a:xfrm>
            <a:off x="15617816" y="11403142"/>
            <a:ext cx="11904157" cy="3939540"/>
          </a:xfrm>
          <a:prstGeom prst="rect">
            <a:avLst/>
          </a:prstGeom>
          <a:noFill/>
          <a:ln>
            <a:noFill/>
          </a:ln>
        </p:spPr>
        <p:txBody>
          <a:bodyPr spcFirstLastPara="1" wrap="square" lIns="0" tIns="0" rIns="0" bIns="0" anchor="t" anchorCtr="0">
            <a:spAutoFit/>
          </a:bodyPr>
          <a:lstStyle/>
          <a:p>
            <a:pPr algn="just"/>
            <a:r>
              <a:rPr lang="pt-BR" sz="3200" dirty="0"/>
              <a:t>O sistema entrega um pipeline completo: câmera, IA, banco de dados e painel. Pacotes de Arroz, Feijão e outros itens são classificados por equipe em tempo real, com data, hora e peso estimado registrados automaticamente a cada evento.</a:t>
            </a:r>
          </a:p>
          <a:p>
            <a:pPr algn="just"/>
            <a:endParaRPr lang="pt-BR" sz="3200" dirty="0"/>
          </a:p>
          <a:p>
            <a:r>
              <a:rPr lang="pt-BR" sz="3200" dirty="0"/>
              <a:t>O coordenador acompanha o andamento por um dashboard web, com total de itens, peso acumulado, distribuição por tipo. Sendo acessível em qualquer dispositivo com internet.</a:t>
            </a:r>
          </a:p>
        </p:txBody>
      </p:sp>
      <p:sp>
        <p:nvSpPr>
          <p:cNvPr id="140" name="Google Shape;140;p1"/>
          <p:cNvSpPr txBox="1"/>
          <p:nvPr/>
        </p:nvSpPr>
        <p:spPr>
          <a:xfrm>
            <a:off x="15714839" y="24489723"/>
            <a:ext cx="11652014" cy="4924425"/>
          </a:xfrm>
          <a:prstGeom prst="rect">
            <a:avLst/>
          </a:prstGeom>
          <a:noFill/>
          <a:ln>
            <a:noFill/>
          </a:ln>
        </p:spPr>
        <p:txBody>
          <a:bodyPr spcFirstLastPara="1" wrap="square" lIns="0" tIns="0" rIns="0" bIns="0" anchor="t" anchorCtr="0">
            <a:spAutoFit/>
          </a:bodyPr>
          <a:lstStyle/>
          <a:p>
            <a:pPr algn="just"/>
            <a:r>
              <a:rPr lang="pt-BR" sz="3200" dirty="0"/>
              <a:t>A precisão do modelo tem respaldo na literatura. Aplicações de YOLO para detecção de alimentos em ambientes controlados atingem </a:t>
            </a:r>
            <a:r>
              <a:rPr lang="pt-BR" sz="3200" dirty="0" err="1"/>
              <a:t>mAP</a:t>
            </a:r>
            <a:r>
              <a:rPr lang="pt-BR" sz="3200" dirty="0"/>
              <a:t> médio de 0,873 (Faustino et al., 2024), e sistemas de contagem por Visão Computacional em operação industrial já reportam acurácia acima de 95% (</a:t>
            </a:r>
            <a:r>
              <a:rPr lang="pt-BR" sz="3200" dirty="0" err="1"/>
              <a:t>Pix</a:t>
            </a:r>
            <a:r>
              <a:rPr lang="pt-BR" sz="3200" dirty="0"/>
              <a:t> Force, 2023).</a:t>
            </a:r>
          </a:p>
          <a:p>
            <a:pPr algn="just"/>
            <a:endParaRPr lang="pt-BR" sz="3200" dirty="0"/>
          </a:p>
          <a:p>
            <a:pPr algn="just"/>
            <a:r>
              <a:rPr lang="pt-BR" sz="3200" dirty="0"/>
              <a:t>O que antes dependia de contagem manual, planilha e conciliação posterior passa a acontecer de forma contínua e </a:t>
            </a:r>
            <a:r>
              <a:rPr lang="pt-BR" sz="3200" dirty="0" err="1"/>
              <a:t>auditável</a:t>
            </a:r>
            <a:r>
              <a:rPr lang="pt-BR" sz="3200" dirty="0"/>
              <a:t>. Reduzindo retrabalho e diminuindo a margem de erros.</a:t>
            </a:r>
          </a:p>
        </p:txBody>
      </p:sp>
      <p:pic>
        <p:nvPicPr>
          <p:cNvPr id="1030" name="Picture 6" descr="Junior Full Stack Developer @ Ultralytics">
            <a:extLst>
              <a:ext uri="{FF2B5EF4-FFF2-40B4-BE49-F238E27FC236}">
                <a16:creationId xmlns:a16="http://schemas.microsoft.com/office/drawing/2014/main" id="{63750EAA-16F7-B5D1-1C0A-AC449C558D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7805" y="37419457"/>
            <a:ext cx="2027170" cy="202717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B021FAB-2E46-07FB-8533-25107061AA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0696" y="38167795"/>
            <a:ext cx="565922" cy="56592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upabase SVG icon">
            <a:extLst>
              <a:ext uri="{FF2B5EF4-FFF2-40B4-BE49-F238E27FC236}">
                <a16:creationId xmlns:a16="http://schemas.microsoft.com/office/drawing/2014/main" id="{FAB28F22-8E84-ACBB-6C39-99B6891AEFE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39522" y="37186003"/>
            <a:ext cx="2459608" cy="245960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3F4AEE98-A53D-CB0D-F012-A52072EFB25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23677" y="38024300"/>
            <a:ext cx="1728130" cy="8079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ícone de Tailwindcss logo">
            <a:extLst>
              <a:ext uri="{FF2B5EF4-FFF2-40B4-BE49-F238E27FC236}">
                <a16:creationId xmlns:a16="http://schemas.microsoft.com/office/drawing/2014/main" id="{3AC8D1D7-8395-AABA-8CB3-FF1F30506E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135187" y="37721158"/>
            <a:ext cx="2459608" cy="122980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Github Logo - Free social media icons">
            <a:extLst>
              <a:ext uri="{FF2B5EF4-FFF2-40B4-BE49-F238E27FC236}">
                <a16:creationId xmlns:a16="http://schemas.microsoft.com/office/drawing/2014/main" id="{89864FED-8390-5E41-347D-7A97C4895F5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11165" y="38068844"/>
            <a:ext cx="652093" cy="652093"/>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m 1">
            <a:extLst>
              <a:ext uri="{FF2B5EF4-FFF2-40B4-BE49-F238E27FC236}">
                <a16:creationId xmlns:a16="http://schemas.microsoft.com/office/drawing/2014/main" id="{6D65AD38-E848-428A-B272-EBE10B3FC1FC}"/>
              </a:ext>
            </a:extLst>
          </p:cNvPr>
          <p:cNvPicPr>
            <a:picLocks noChangeAspect="1"/>
          </p:cNvPicPr>
          <p:nvPr/>
        </p:nvPicPr>
        <p:blipFill>
          <a:blip r:embed="rId13"/>
          <a:stretch>
            <a:fillRect/>
          </a:stretch>
        </p:blipFill>
        <p:spPr>
          <a:xfrm>
            <a:off x="15542377" y="17013848"/>
            <a:ext cx="12103371" cy="5672026"/>
          </a:xfrm>
          <a:prstGeom prst="rect">
            <a:avLst/>
          </a:prstGeom>
        </p:spPr>
      </p:pic>
      <p:sp>
        <p:nvSpPr>
          <p:cNvPr id="6" name="Google Shape;138;p1">
            <a:extLst>
              <a:ext uri="{FF2B5EF4-FFF2-40B4-BE49-F238E27FC236}">
                <a16:creationId xmlns:a16="http://schemas.microsoft.com/office/drawing/2014/main" id="{9AFB159B-327D-CB61-2E23-3AC978BC1DDA}"/>
              </a:ext>
            </a:extLst>
          </p:cNvPr>
          <p:cNvSpPr txBox="1"/>
          <p:nvPr/>
        </p:nvSpPr>
        <p:spPr>
          <a:xfrm>
            <a:off x="136933" y="39681833"/>
            <a:ext cx="28242600" cy="1830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pt-BR" sz="4955" b="1" dirty="0">
                <a:latin typeface="Open Sans"/>
                <a:ea typeface="Open Sans"/>
                <a:cs typeface="Open Sans"/>
                <a:sym typeface="Open Sans"/>
              </a:rPr>
              <a:t>IV </a:t>
            </a:r>
            <a:r>
              <a:rPr lang="pt-BR" sz="4955" b="1" dirty="0">
                <a:solidFill>
                  <a:srgbClr val="000000"/>
                </a:solidFill>
                <a:latin typeface="Open Sans"/>
                <a:ea typeface="Open Sans"/>
                <a:cs typeface="Open Sans"/>
                <a:sym typeface="Open Sans"/>
              </a:rPr>
              <a:t>SEMANA FECAP DE TECNOLOGIA - 2026</a:t>
            </a:r>
            <a:endParaRPr lang="pt-BR" dirty="0"/>
          </a:p>
          <a:p>
            <a:pPr marL="0" marR="0" lvl="0" indent="0" algn="ctr" rtl="0">
              <a:lnSpc>
                <a:spcPct val="140000"/>
              </a:lnSpc>
              <a:spcBef>
                <a:spcPts val="0"/>
              </a:spcBef>
              <a:spcAft>
                <a:spcPts val="0"/>
              </a:spcAft>
              <a:buNone/>
            </a:pPr>
            <a:r>
              <a:rPr lang="pt-BR" sz="4955" dirty="0">
                <a:solidFill>
                  <a:srgbClr val="000000"/>
                </a:solidFill>
                <a:latin typeface="Open Sans"/>
                <a:ea typeface="Open Sans"/>
                <a:cs typeface="Open Sans"/>
                <a:sym typeface="Open Sans"/>
              </a:rPr>
              <a:t>Fundação Escola de Comércio Álvares Penteado - FECAP</a:t>
            </a:r>
            <a:endParaRPr lang="pt-B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TotalTime>
  <Words>739</Words>
  <Application>Microsoft Office PowerPoint</Application>
  <PresentationFormat>Personalizar</PresentationFormat>
  <Paragraphs>41</Paragraphs>
  <Slides>1</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vt:i4>
      </vt:variant>
    </vt:vector>
  </HeadingPairs>
  <TitlesOfParts>
    <vt:vector size="6" baseType="lpstr">
      <vt:lpstr>Inter</vt:lpstr>
      <vt:lpstr>Arial</vt:lpstr>
      <vt:lpstr>Open Sans</vt:lpstr>
      <vt:lpstr>Calibri</vt:lpstr>
      <vt:lpstr>Office Theme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Pedro Schaurich Maia</dc:creator>
  <cp:lastModifiedBy>Pedro Maia 24026011</cp:lastModifiedBy>
  <cp:revision>8</cp:revision>
  <dcterms:created xsi:type="dcterms:W3CDTF">2006-08-16T00:00:00Z</dcterms:created>
  <dcterms:modified xsi:type="dcterms:W3CDTF">2026-05-14T14:47:06Z</dcterms:modified>
</cp:coreProperties>
</file>